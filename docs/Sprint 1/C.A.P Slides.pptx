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Fjalla One"/>
      <p:regular r:id="rId12"/>
    </p:embeddedFont>
    <p:embeddedFont>
      <p:font typeface="Barlow Semi Condensed Medium"/>
      <p:regular r:id="rId13"/>
      <p:bold r:id="rId14"/>
      <p:italic r:id="rId15"/>
      <p:boldItalic r:id="rId16"/>
    </p:embeddedFont>
    <p:embeddedFont>
      <p:font typeface="Barlow Semi Condensed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sLbJSN3XKXxYMUCm7JGLMbi9G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SemiCondensed-boldItalic.fntdata"/><Relationship Id="rId21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BarlowSemiCondensedMedium-regular.fntdata"/><Relationship Id="rId12" Type="http://schemas.openxmlformats.org/officeDocument/2006/relationships/font" Target="fonts/FjallaOne-regular.fntdata"/><Relationship Id="rId15" Type="http://schemas.openxmlformats.org/officeDocument/2006/relationships/font" Target="fonts/BarlowSemiCondensedMedium-italic.fntdata"/><Relationship Id="rId14" Type="http://schemas.openxmlformats.org/officeDocument/2006/relationships/font" Target="fonts/BarlowSemiCondensedMedium-bold.fntdata"/><Relationship Id="rId17" Type="http://schemas.openxmlformats.org/officeDocument/2006/relationships/font" Target="fonts/BarlowSemiCondensed-regular.fntdata"/><Relationship Id="rId16" Type="http://schemas.openxmlformats.org/officeDocument/2006/relationships/font" Target="fonts/BarlowSemiCondensedMedium-boldItalic.fntdata"/><Relationship Id="rId19" Type="http://schemas.openxmlformats.org/officeDocument/2006/relationships/font" Target="fonts/BarlowSemiCondensed-italic.fntdata"/><Relationship Id="rId18" Type="http://schemas.openxmlformats.org/officeDocument/2006/relationships/font" Target="fonts/BarlowSemiCondense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4" name="Google Shape;16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4" name="Google Shape;18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1" name="Shape 2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" name="Google Shape;214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3" name="Google Shape;2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6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Google Shape;2187;g38202bc263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8" name="Google Shape;2188;g38202bc263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💻 </a:t>
            </a:r>
            <a:r>
              <a:rPr b="1" lang="en">
                <a:solidFill>
                  <a:schemeClr val="dk1"/>
                </a:solidFill>
              </a:rPr>
              <a:t>React (Frontend):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Handles user interface and interaction in the browser.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Communicates with the backend via HTTP requests (e.g., fetch/axios).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⚙️ </a:t>
            </a:r>
            <a:r>
              <a:rPr b="1" lang="en">
                <a:solidFill>
                  <a:schemeClr val="dk1"/>
                </a:solidFill>
              </a:rPr>
              <a:t>Express + Node.js (Backend):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Manages routes, APIs, and business logic.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Runs on a Node.js server to process data and send responses.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🗂️ </a:t>
            </a:r>
            <a:r>
              <a:rPr b="1" lang="en">
                <a:solidFill>
                  <a:schemeClr val="dk1"/>
                </a:solidFill>
              </a:rPr>
              <a:t>MongoDB (Database):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Stores all persistent data: user profiles, jobs, resumes, applications.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Interacts directly with the backend using Mongoose (or native driver).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🔁 </a:t>
            </a:r>
            <a:r>
              <a:rPr b="1" lang="en">
                <a:solidFill>
                  <a:schemeClr val="dk1"/>
                </a:solidFill>
              </a:rPr>
              <a:t>Flow: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User → React → Express/Node → MongoDB → Back to User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2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4" name="Google Shape;2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💻 </a:t>
            </a:r>
            <a:r>
              <a:rPr b="1" lang="en">
                <a:solidFill>
                  <a:schemeClr val="dk1"/>
                </a:solidFill>
              </a:rPr>
              <a:t>React (Frontend):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Handles user interface and interaction in the browser.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Communicates with the backend via HTTP requests (e.g., fetch/axios).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⚙️ </a:t>
            </a:r>
            <a:r>
              <a:rPr b="1" lang="en">
                <a:solidFill>
                  <a:schemeClr val="dk1"/>
                </a:solidFill>
              </a:rPr>
              <a:t>Express + Node.js (Backend):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Manages routes, APIs, and business logic.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Runs on a Node.js server to process data and send responses.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🗂️ </a:t>
            </a:r>
            <a:r>
              <a:rPr b="1" lang="en">
                <a:solidFill>
                  <a:schemeClr val="dk1"/>
                </a:solidFill>
              </a:rPr>
              <a:t>MongoDB (Database):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Stores all persistent data: user profiles, jobs, resumes, applications.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Interacts directly with the backend using Mongoose (or native driver).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🔁 </a:t>
            </a:r>
            <a:r>
              <a:rPr b="1" lang="en">
                <a:solidFill>
                  <a:schemeClr val="dk1"/>
                </a:solidFill>
              </a:rPr>
              <a:t>Flow: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User → React → Express/Node → MongoDB → Back to User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8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" name="Google Shape;219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0" name="Google Shape;22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4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6" name="Google Shape;220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" TargetMode="Externa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50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50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10" name="Google Shape;10;p50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50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50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" name="Google Shape;13;p50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5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5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5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5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5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5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50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5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5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5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5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p50"/>
          <p:cNvSpPr/>
          <p:nvPr/>
        </p:nvSpPr>
        <p:spPr>
          <a:xfrm>
            <a:off x="5690580" y="4258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50"/>
          <p:cNvSpPr/>
          <p:nvPr/>
        </p:nvSpPr>
        <p:spPr>
          <a:xfrm>
            <a:off x="5688325" y="4232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0"/>
          <p:cNvSpPr/>
          <p:nvPr/>
        </p:nvSpPr>
        <p:spPr>
          <a:xfrm>
            <a:off x="5727069" y="4623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0"/>
          <p:cNvSpPr/>
          <p:nvPr/>
        </p:nvSpPr>
        <p:spPr>
          <a:xfrm>
            <a:off x="5724827" y="4597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0"/>
          <p:cNvSpPr/>
          <p:nvPr/>
        </p:nvSpPr>
        <p:spPr>
          <a:xfrm>
            <a:off x="5766657" y="5018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50"/>
          <p:cNvSpPr/>
          <p:nvPr/>
        </p:nvSpPr>
        <p:spPr>
          <a:xfrm>
            <a:off x="5764415" y="4996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" name="Google Shape;31;p50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5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5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5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" name="Google Shape;35;p5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5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5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5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" name="Google Shape;39;p50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5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5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5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1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p51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46" name="Google Shape;46;p51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" name="Google Shape;47;p51"/>
          <p:cNvCxnSpPr/>
          <p:nvPr/>
        </p:nvCxnSpPr>
        <p:spPr>
          <a:xfrm flipH="1" rot="10800000">
            <a:off x="0" y="4332550"/>
            <a:ext cx="446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8" name="Google Shape;48;p51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49" name="Google Shape;49;p5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5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5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5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" name="Google Shape;53;p51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54" name="Google Shape;54;p5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5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5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5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5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5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0" name="Google Shape;60;p51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51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2" name="Google Shape;62;p51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63" name="Google Shape;63;p5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5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5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5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5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5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" name="Google Shape;69;p51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0" name="Google Shape;70;p5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5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5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" name="Google Shape;74;p51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5" name="Google Shape;75;p5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5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5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79;p51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0" name="Google Shape;80;p5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5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5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" name="Google Shape;83;p51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84" name="Google Shape;84;p5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5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2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52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0" name="Google Shape;90;p52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1" name="Google Shape;91;p52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2" name="Google Shape;92;p52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3" name="Google Shape;93;p52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4" name="Google Shape;94;p52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5" name="Google Shape;95;p52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6" name="Google Shape;96;p52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7" name="Google Shape;97;p52"/>
          <p:cNvSpPr txBox="1"/>
          <p:nvPr>
            <p:ph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52"/>
          <p:cNvSpPr txBox="1"/>
          <p:nvPr>
            <p:ph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52"/>
          <p:cNvSpPr txBox="1"/>
          <p:nvPr>
            <p:ph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52"/>
          <p:cNvSpPr txBox="1"/>
          <p:nvPr>
            <p:ph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5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103" name="Google Shape;103;p53"/>
            <p:cNvSpPr/>
            <p:nvPr/>
          </p:nvSpPr>
          <p:spPr>
            <a:xfrm>
              <a:off x="399425" y="238325"/>
              <a:ext cx="6810025" cy="518610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53"/>
            <p:cNvSpPr/>
            <p:nvPr/>
          </p:nvSpPr>
          <p:spPr>
            <a:xfrm>
              <a:off x="491875" y="238125"/>
              <a:ext cx="6575225" cy="518700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53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6" name="Google Shape;106;p53"/>
          <p:cNvSpPr txBox="1"/>
          <p:nvPr>
            <p:ph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107" name="Google Shape;107;p53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108" name="Google Shape;108;p5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09" name="Google Shape;109;p5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10" name="Google Shape;110;p5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1" name="Google Shape;111;p5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5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5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5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5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5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" name="Google Shape;117;p5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18" name="Google Shape;118;p5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5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5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5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2" name="Google Shape;122;p5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23" name="Google Shape;123;p5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5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5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5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27" name="Google Shape;127;p5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28" name="Google Shape;128;p5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29" name="Google Shape;129;p5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5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5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5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5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5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5" name="Google Shape;135;p5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36" name="Google Shape;136;p5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5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5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5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0" name="Google Shape;140;p5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1" name="Google Shape;141;p5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5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5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5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" name="Google Shape;145;p5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6" name="Google Shape;146;p5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5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5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9" name="Google Shape;149;p5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0" name="Google Shape;150;p5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5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5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3" name="Google Shape;153;p5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5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5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5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7" name="Google Shape;157;p5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5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5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5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61" name="Google Shape;161;p5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5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3" name="Google Shape;163;p5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5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5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5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4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169" name="Google Shape;169;p5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70" name="Google Shape;170;p5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5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5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" name="Google Shape;173;p54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4" name="Google Shape;174;p5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75" name="Google Shape;175;p5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76" name="Google Shape;176;p5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77" name="Google Shape;177;p5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5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5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5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5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5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3" name="Google Shape;183;p5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84" name="Google Shape;184;p5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5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5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5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8" name="Google Shape;188;p5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89" name="Google Shape;189;p5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5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5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5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93" name="Google Shape;193;p5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94" name="Google Shape;194;p5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95" name="Google Shape;195;p5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5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5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5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5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5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1" name="Google Shape;201;p5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02" name="Google Shape;202;p5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5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5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5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6" name="Google Shape;206;p5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07" name="Google Shape;207;p5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5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5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5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1" name="Google Shape;211;p5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12" name="Google Shape;212;p5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5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5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5" name="Google Shape;215;p5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16" name="Google Shape;216;p5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5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5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9" name="Google Shape;219;p5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0" name="Google Shape;220;p5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5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5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3" name="Google Shape;223;p5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24" name="Google Shape;224;p5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5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5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27" name="Google Shape;227;p5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8" name="Google Shape;228;p5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9" name="Google Shape;229;p5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5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5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5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">
  <p:cSld name="CUSTOM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5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5" name="Google Shape;235;p55"/>
          <p:cNvSpPr txBox="1"/>
          <p:nvPr>
            <p:ph idx="1" type="subTitle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236" name="Google Shape;236;p55"/>
          <p:cNvSpPr txBox="1"/>
          <p:nvPr>
            <p:ph idx="2" type="subTitle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237" name="Google Shape;237;p55"/>
          <p:cNvSpPr txBox="1"/>
          <p:nvPr>
            <p:ph idx="3" type="subTitle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238" name="Google Shape;238;p55"/>
          <p:cNvSpPr txBox="1"/>
          <p:nvPr>
            <p:ph idx="4" type="subTitle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239" name="Google Shape;239;p55"/>
          <p:cNvSpPr txBox="1"/>
          <p:nvPr>
            <p:ph idx="5" type="subTitle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240" name="Google Shape;240;p55"/>
          <p:cNvSpPr txBox="1"/>
          <p:nvPr>
            <p:ph idx="6" type="subTitle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241" name="Google Shape;241;p55"/>
          <p:cNvGrpSpPr/>
          <p:nvPr/>
        </p:nvGrpSpPr>
        <p:grpSpPr>
          <a:xfrm>
            <a:off x="261711" y="-1158"/>
            <a:ext cx="8550327" cy="3981600"/>
            <a:chOff x="261711" y="-1158"/>
            <a:chExt cx="8550327" cy="3981600"/>
          </a:xfrm>
        </p:grpSpPr>
        <p:cxnSp>
          <p:nvCxnSpPr>
            <p:cNvPr id="242" name="Google Shape;242;p55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" name="Google Shape;243;p55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44" name="Google Shape;244;p55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245" name="Google Shape;245;p5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5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5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5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9" name="Google Shape;249;p55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250" name="Google Shape;250;p5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5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5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5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55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255" name="Google Shape;255;p5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5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5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5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5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5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of text">
  <p:cSld name="CUSTOM_2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6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3" name="Google Shape;263;p56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264" name="Google Shape;264;p56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265" name="Google Shape;265;p56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266" name="Google Shape;266;p56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267" name="Google Shape;267;p56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268" name="Google Shape;268;p56"/>
          <p:cNvSpPr txBox="1"/>
          <p:nvPr>
            <p:ph idx="6" type="subTitle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269" name="Google Shape;269;p56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270" name="Google Shape;270;p56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271" name="Google Shape;271;p5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5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56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4" name="Google Shape;274;p5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275" name="Google Shape;275;p5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5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5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5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9" name="Google Shape;279;p5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280" name="Google Shape;280;p5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5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5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5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5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5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6" name="Google Shape;286;p5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287" name="Google Shape;287;p5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5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5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90" name="Google Shape;290;p5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1" name="Google Shape;291;p5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292" name="Google Shape;292;p5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5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5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5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5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5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8" name="Google Shape;298;p5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299" name="Google Shape;299;p5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5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5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5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3" name="Google Shape;303;p5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304" name="Google Shape;304;p5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5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5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7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9" name="Google Shape;309;p57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310" name="Google Shape;310;p57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11" name="Google Shape;311;p57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312" name="Google Shape;312;p57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57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57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57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57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57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8" name="Google Shape;318;p57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319" name="Google Shape;319;p57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57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57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57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3" name="Google Shape;323;p57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324" name="Google Shape;324;p57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57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57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57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28" name="Google Shape;328;p57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29" name="Google Shape;329;p57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330" name="Google Shape;330;p57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57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57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57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57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57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6" name="Google Shape;336;p57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337" name="Google Shape;337;p57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57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57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57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1" name="Google Shape;341;p57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342" name="Google Shape;342;p57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57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57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57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6" name="Google Shape;346;p57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347" name="Google Shape;347;p5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5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5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0" name="Google Shape;350;p57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351" name="Google Shape;351;p5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5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5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4" name="Google Shape;354;p57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355" name="Google Shape;355;p5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5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5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8" name="Google Shape;358;p57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359" name="Google Shape;359;p5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5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5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62" name="Google Shape;362;p57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3" name="Google Shape;363;p57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4" name="Google Shape;364;p57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57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57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57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8"/>
          <p:cNvSpPr txBox="1"/>
          <p:nvPr>
            <p:ph idx="1" type="subTitle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70" name="Google Shape;370;p58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371" name="Google Shape;371;p58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2" name="Google Shape;372;p58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58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74" name="Google Shape;374;p58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75" name="Google Shape;375;p5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5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5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5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5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5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1" name="Google Shape;381;p58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82" name="Google Shape;382;p5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5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5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5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6" name="Google Shape;386;p58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8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58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58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58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58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2" name="Google Shape;392;p58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93" name="Google Shape;393;p5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5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5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6" name="Google Shape;396;p58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97" name="Google Shape;397;p5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5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5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0" name="Google Shape;400;p58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01" name="Google Shape;401;p5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5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5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4" name="Google Shape;404;p58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" name="Google Shape;405;p58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06" name="Google Shape;406;p58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07" name="Google Shape;407;p5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5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5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5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5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5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3" name="Google Shape;413;p58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14" name="Google Shape;414;p5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5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5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5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8" name="Google Shape;418;p58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19" name="Google Shape;419;p5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5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5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5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3" name="Google Shape;423;p58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24" name="Google Shape;424;p5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5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5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7" name="Google Shape;427;p58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28" name="Google Shape;428;p5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5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5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59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433" name="Google Shape;433;p59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59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5" name="Google Shape;435;p59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436" name="Google Shape;436;p59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437" name="Google Shape;437;p59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8" name="Google Shape;438;p59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9" name="Google Shape;439;p59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0" name="Google Shape;440;p59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41" name="Google Shape;441;p59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442" name="Google Shape;442;p5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5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5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5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5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5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8" name="Google Shape;448;p59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449" name="Google Shape;449;p5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5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5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5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3" name="Google Shape;453;p59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454" name="Google Shape;454;p5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5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5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5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8" name="Google Shape;458;p59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459" name="Google Shape;459;p59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59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59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59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59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59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5" name="Google Shape;465;p59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66" name="Google Shape;466;p5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5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5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69" name="Google Shape;469;p59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0" name="Google Shape;470;p59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1" name="Google Shape;471;p59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72" name="Google Shape;472;p59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73" name="Google Shape;473;p5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5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5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5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5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5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9" name="Google Shape;479;p59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80" name="Google Shape;480;p5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5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5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5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4" name="Google Shape;484;p59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85" name="Google Shape;485;p5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5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5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5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9" name="Google Shape;489;p59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59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59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59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59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59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5" name="Google Shape;495;p59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96" name="Google Shape;496;p5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5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5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9" name="Google Shape;499;p59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500" name="Google Shape;500;p5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5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5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5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0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05" name="Google Shape;505;p60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6" name="Google Shape;506;p60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07" name="Google Shape;507;p6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8" name="Google Shape;508;p6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6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6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6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2" name="Google Shape;512;p60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513" name="Google Shape;513;p6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6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6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6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6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6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9" name="Google Shape;519;p6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0" name="Google Shape;520;p6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21" name="Google Shape;521;p6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2" name="Google Shape;522;p6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6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6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6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6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6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8" name="Google Shape;528;p6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9" name="Google Shape;529;p6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6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6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6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3" name="Google Shape;533;p6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4" name="Google Shape;534;p6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6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6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6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8" name="Google Shape;538;p6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9" name="Google Shape;539;p6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6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6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2" name="Google Shape;542;p6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3" name="Google Shape;543;p6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6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6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numbers">
  <p:cSld name="CUSTOM_11"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1"/>
          <p:cNvSpPr txBox="1"/>
          <p:nvPr>
            <p:ph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48" name="Google Shape;548;p61"/>
          <p:cNvSpPr txBox="1"/>
          <p:nvPr>
            <p:ph idx="1" type="subTitle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549" name="Google Shape;549;p61"/>
          <p:cNvSpPr txBox="1"/>
          <p:nvPr>
            <p:ph idx="2" type="title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50" name="Google Shape;550;p61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551" name="Google Shape;551;p61"/>
          <p:cNvSpPr txBox="1"/>
          <p:nvPr>
            <p:ph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52" name="Google Shape;552;p61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553" name="Google Shape;553;p6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4" name="Google Shape;554;p61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5" name="Google Shape;555;p6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6" name="Google Shape;556;p6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57" name="Google Shape;557;p61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8" name="Google Shape;558;p6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6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6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6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6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6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4" name="Google Shape;564;p61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5" name="Google Shape;565;p6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6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6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6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9" name="Google Shape;569;p61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70" name="Google Shape;570;p6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6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6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6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4" name="Google Shape;574;p6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5" name="Google Shape;575;p6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6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6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6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6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6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1" name="Google Shape;581;p61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2" name="Google Shape;582;p6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6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6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85" name="Google Shape;585;p61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6" name="Google Shape;586;p6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7" name="Google Shape;587;p61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88" name="Google Shape;588;p6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9" name="Google Shape;589;p6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6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6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6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6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6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5" name="Google Shape;595;p6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6" name="Google Shape;596;p6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6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6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6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0" name="Google Shape;600;p6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601" name="Google Shape;601;p6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6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6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6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5" name="Google Shape;605;p61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61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61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61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61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61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1" name="Google Shape;611;p6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2" name="Google Shape;612;p6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6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6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5" name="Google Shape;615;p6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6" name="Google Shape;616;p6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6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6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9" name="Google Shape;619;p6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20" name="Google Shape;620;p6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6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6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7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2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25" name="Google Shape;625;p62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6" name="Google Shape;626;p62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7" name="Google Shape;627;p62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28" name="Google Shape;628;p62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29" name="Google Shape;629;p6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6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6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6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3" name="Google Shape;633;p62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34" name="Google Shape;634;p6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6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6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6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6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6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0" name="Google Shape;640;p62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41" name="Google Shape;641;p6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6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6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44" name="Google Shape;644;p62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45" name="Google Shape;645;p62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46" name="Google Shape;646;p6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6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6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6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6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6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2" name="Google Shape;652;p62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653" name="Google Shape;653;p6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6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6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6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7" name="Google Shape;657;p62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658" name="Google Shape;658;p6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6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6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22"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2" name="Google Shape;662;p63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663" name="Google Shape;663;p63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63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5" name="Google Shape;665;p63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666" name="Google Shape;666;p63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667" name="Google Shape;667;p63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8" name="Google Shape;668;p63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9" name="Google Shape;669;p63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0" name="Google Shape;670;p63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671" name="Google Shape;671;p63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672" name="Google Shape;672;p6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6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6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6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6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6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8" name="Google Shape;678;p63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679" name="Google Shape;679;p6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6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6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6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3" name="Google Shape;683;p63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684" name="Google Shape;684;p6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5" name="Google Shape;685;p6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6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6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8" name="Google Shape;688;p63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689" name="Google Shape;689;p63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63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63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63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63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63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5" name="Google Shape;695;p63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696" name="Google Shape;696;p6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6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6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699" name="Google Shape;699;p63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0" name="Google Shape;700;p63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1" name="Google Shape;701;p63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02" name="Google Shape;702;p63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703" name="Google Shape;703;p6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6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5" name="Google Shape;705;p6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6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6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6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9" name="Google Shape;709;p63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710" name="Google Shape;710;p6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6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6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6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4" name="Google Shape;714;p63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715" name="Google Shape;715;p6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6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6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6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19" name="Google Shape;719;p63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63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63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63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63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63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5" name="Google Shape;725;p63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726" name="Google Shape;726;p6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6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8" name="Google Shape;728;p6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9" name="Google Shape;729;p63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730" name="Google Shape;730;p6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6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6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33" name="Google Shape;733;p63"/>
          <p:cNvSpPr txBox="1"/>
          <p:nvPr>
            <p:ph idx="1" type="subTitle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2">
  <p:cSld name="CUSTOM_7"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5" name="Google Shape;735;p6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6" name="Google Shape;736;p64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37" name="Google Shape;737;p64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38" name="Google Shape;738;p6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39" name="Google Shape;739;p6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6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6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6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3" name="Google Shape;743;p6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44" name="Google Shape;744;p6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6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6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6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6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6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50" name="Google Shape;750;p6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1" name="Google Shape;751;p6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52" name="Google Shape;752;p6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53" name="Google Shape;753;p6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6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6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6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6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6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9" name="Google Shape;759;p6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60" name="Google Shape;760;p6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6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6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6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4" name="Google Shape;764;p6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65" name="Google Shape;765;p6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6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6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6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9" name="Google Shape;769;p6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70" name="Google Shape;770;p6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6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6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3" name="Google Shape;773;p6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74" name="Google Shape;774;p6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6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6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7" name="Google Shape;777;p64"/>
          <p:cNvSpPr txBox="1"/>
          <p:nvPr>
            <p:ph idx="1" type="subTitle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8" name="Google Shape;778;p64"/>
          <p:cNvSpPr txBox="1"/>
          <p:nvPr>
            <p:ph idx="2" type="subTitle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9" name="Google Shape;779;p64"/>
          <p:cNvSpPr txBox="1"/>
          <p:nvPr>
            <p:ph idx="3" type="subTitle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80" name="Google Shape;780;p64"/>
          <p:cNvSpPr txBox="1"/>
          <p:nvPr>
            <p:ph idx="4" type="subTitle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1" name="Google Shape;781;p64"/>
          <p:cNvSpPr txBox="1"/>
          <p:nvPr>
            <p:ph idx="5" type="subTitle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82" name="Google Shape;782;p64"/>
          <p:cNvSpPr txBox="1"/>
          <p:nvPr>
            <p:ph idx="6" type="subTitle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>
  <p:cSld name="CUSTOM_8"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5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p65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86" name="Google Shape;786;p65"/>
          <p:cNvSpPr txBox="1"/>
          <p:nvPr>
            <p:ph idx="2" type="subTitle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87" name="Google Shape;787;p65"/>
          <p:cNvSpPr txBox="1"/>
          <p:nvPr>
            <p:ph idx="3" type="subTitle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88" name="Google Shape;788;p65"/>
          <p:cNvSpPr txBox="1"/>
          <p:nvPr>
            <p:ph idx="4" type="subTitle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89" name="Google Shape;789;p65"/>
          <p:cNvSpPr txBox="1"/>
          <p:nvPr>
            <p:ph idx="5" type="subTitle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90" name="Google Shape;790;p65"/>
          <p:cNvSpPr txBox="1"/>
          <p:nvPr>
            <p:ph idx="6" type="subTitle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91" name="Google Shape;791;p65"/>
          <p:cNvSpPr txBox="1"/>
          <p:nvPr>
            <p:ph idx="7" type="subTitle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92" name="Google Shape;792;p65"/>
          <p:cNvSpPr txBox="1"/>
          <p:nvPr>
            <p:ph idx="8" type="subTitle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93" name="Google Shape;793;p65"/>
          <p:cNvSpPr txBox="1"/>
          <p:nvPr>
            <p:ph idx="9" type="subTitle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94" name="Google Shape;794;p65"/>
          <p:cNvSpPr txBox="1"/>
          <p:nvPr>
            <p:ph idx="13" type="subTitle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95" name="Google Shape;795;p65"/>
          <p:cNvSpPr txBox="1"/>
          <p:nvPr>
            <p:ph idx="14" type="subTitle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96" name="Google Shape;796;p65"/>
          <p:cNvSpPr txBox="1"/>
          <p:nvPr>
            <p:ph idx="15" type="subTitle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797" name="Google Shape;797;p65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8" name="Google Shape;798;p65"/>
          <p:cNvCxnSpPr/>
          <p:nvPr/>
        </p:nvCxnSpPr>
        <p:spPr>
          <a:xfrm flipH="1" rot="10800000">
            <a:off x="1562083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9" name="Google Shape;799;p65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0" name="Google Shape;800;p65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01" name="Google Shape;801;p65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802" name="Google Shape;802;p6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6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6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6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6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6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8" name="Google Shape;808;p65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809" name="Google Shape;809;p6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6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6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6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3" name="Google Shape;813;p65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814" name="Google Shape;814;p6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6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6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6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8" name="Google Shape;818;p65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819" name="Google Shape;819;p6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6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6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6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6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6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5" name="Google Shape;825;p65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26" name="Google Shape;826;p6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6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6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29" name="Google Shape;829;p65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0" name="Google Shape;830;p65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1" name="Google Shape;831;p65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32" name="Google Shape;832;p65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33" name="Google Shape;833;p6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6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6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6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6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6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9" name="Google Shape;839;p65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40" name="Google Shape;840;p6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6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6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6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4" name="Google Shape;844;p65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45" name="Google Shape;845;p6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6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6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6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9" name="Google Shape;849;p65"/>
          <p:cNvSpPr/>
          <p:nvPr/>
        </p:nvSpPr>
        <p:spPr>
          <a:xfrm>
            <a:off x="5829305" y="687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65"/>
          <p:cNvSpPr/>
          <p:nvPr/>
        </p:nvSpPr>
        <p:spPr>
          <a:xfrm>
            <a:off x="5827050" y="661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65"/>
          <p:cNvSpPr/>
          <p:nvPr/>
        </p:nvSpPr>
        <p:spPr>
          <a:xfrm>
            <a:off x="5865794" y="1052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65"/>
          <p:cNvSpPr/>
          <p:nvPr/>
        </p:nvSpPr>
        <p:spPr>
          <a:xfrm>
            <a:off x="5863552" y="1026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65"/>
          <p:cNvSpPr/>
          <p:nvPr/>
        </p:nvSpPr>
        <p:spPr>
          <a:xfrm>
            <a:off x="5905382" y="1447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65"/>
          <p:cNvSpPr/>
          <p:nvPr/>
        </p:nvSpPr>
        <p:spPr>
          <a:xfrm>
            <a:off x="5903140" y="1425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5" name="Google Shape;855;p65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56" name="Google Shape;856;p6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6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6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9" name="Google Shape;859;p65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60" name="Google Shape;860;p6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6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6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3">
  <p:cSld name="CUSTOM_13"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66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865" name="Google Shape;865;p66"/>
          <p:cNvGrpSpPr/>
          <p:nvPr/>
        </p:nvGrpSpPr>
        <p:grpSpPr>
          <a:xfrm>
            <a:off x="261711" y="-1158"/>
            <a:ext cx="8550327" cy="3981600"/>
            <a:chOff x="261711" y="-1158"/>
            <a:chExt cx="8550327" cy="3981600"/>
          </a:xfrm>
        </p:grpSpPr>
        <p:cxnSp>
          <p:nvCxnSpPr>
            <p:cNvPr id="866" name="Google Shape;866;p66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7" name="Google Shape;867;p66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68" name="Google Shape;868;p66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869" name="Google Shape;869;p6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6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6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6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3" name="Google Shape;873;p66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874" name="Google Shape;874;p6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6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6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7" name="Google Shape;877;p6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8" name="Google Shape;878;p66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879" name="Google Shape;879;p6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6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6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p6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6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6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85" name="Google Shape;885;p66"/>
          <p:cNvSpPr txBox="1"/>
          <p:nvPr>
            <p:ph idx="1" type="subTitle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86" name="Google Shape;886;p66"/>
          <p:cNvSpPr txBox="1"/>
          <p:nvPr>
            <p:ph idx="2" type="subTitle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87" name="Google Shape;887;p66"/>
          <p:cNvSpPr txBox="1"/>
          <p:nvPr>
            <p:ph idx="3" type="subTitle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88" name="Google Shape;888;p66"/>
          <p:cNvSpPr txBox="1"/>
          <p:nvPr>
            <p:ph idx="4" type="subTitle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89" name="Google Shape;889;p66"/>
          <p:cNvSpPr txBox="1"/>
          <p:nvPr>
            <p:ph idx="5" type="subTitle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90" name="Google Shape;890;p66"/>
          <p:cNvSpPr txBox="1"/>
          <p:nvPr>
            <p:ph idx="6" type="subTitle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4">
  <p:cSld name="CUSTOM_14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2" name="Google Shape;892;p67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3" name="Google Shape;893;p67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894" name="Google Shape;894;p67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95" name="Google Shape;895;p67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896" name="Google Shape;896;p6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6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6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6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0" name="Google Shape;900;p67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901" name="Google Shape;901;p6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6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6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6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6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6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07" name="Google Shape;907;p67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8" name="Google Shape;908;p67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09" name="Google Shape;909;p67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910" name="Google Shape;910;p6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6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6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6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6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6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6" name="Google Shape;916;p67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917" name="Google Shape;917;p6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6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6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6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1" name="Google Shape;921;p67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922" name="Google Shape;922;p6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6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6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6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6" name="Google Shape;926;p6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927" name="Google Shape;927;p6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6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6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0" name="Google Shape;930;p67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931" name="Google Shape;931;p6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6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6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4" name="Google Shape;934;p67"/>
          <p:cNvSpPr txBox="1"/>
          <p:nvPr>
            <p:ph idx="1" type="subTitle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35" name="Google Shape;935;p67"/>
          <p:cNvSpPr txBox="1"/>
          <p:nvPr>
            <p:ph idx="2" type="subTitle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36" name="Google Shape;936;p67"/>
          <p:cNvSpPr txBox="1"/>
          <p:nvPr>
            <p:ph idx="3" type="subTitle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37" name="Google Shape;937;p67"/>
          <p:cNvSpPr txBox="1"/>
          <p:nvPr>
            <p:ph idx="4" type="subTitle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38" name="Google Shape;938;p67"/>
          <p:cNvSpPr txBox="1"/>
          <p:nvPr>
            <p:ph idx="5" type="subTitle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39" name="Google Shape;939;p67"/>
          <p:cNvSpPr txBox="1"/>
          <p:nvPr>
            <p:ph idx="6" type="subTitle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1" name="Google Shape;941;p68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942" name="Google Shape;942;p68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68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68"/>
            <p:cNvSpPr/>
            <p:nvPr/>
          </p:nvSpPr>
          <p:spPr>
            <a:xfrm>
              <a:off x="1119425" y="238125"/>
              <a:ext cx="5331675" cy="5174300"/>
            </a:xfrm>
            <a:custGeom>
              <a:rect b="b" l="l" r="r" t="t"/>
              <a:pathLst>
                <a:path extrusionOk="0" h="206972" w="213267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5" name="Google Shape;945;p68"/>
          <p:cNvSpPr txBox="1"/>
          <p:nvPr>
            <p:ph idx="1" type="subTitle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946" name="Google Shape;946;p68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7" name="Google Shape;947;p68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8" name="Google Shape;948;p68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9" name="Google Shape;949;p68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50" name="Google Shape;950;p68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51" name="Google Shape;951;p6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6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6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6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6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6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7" name="Google Shape;957;p68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58" name="Google Shape;958;p6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6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6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6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2" name="Google Shape;962;p68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63" name="Google Shape;963;p6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6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6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6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7" name="Google Shape;967;p68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68" name="Google Shape;968;p6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6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6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6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6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6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4" name="Google Shape;974;p68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75" name="Google Shape;975;p6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6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6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78" name="Google Shape;978;p68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9" name="Google Shape;979;p68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0" name="Google Shape;980;p68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81" name="Google Shape;981;p68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82" name="Google Shape;982;p6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6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6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6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6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6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8" name="Google Shape;988;p68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89" name="Google Shape;989;p6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6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6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6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3" name="Google Shape;993;p68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94" name="Google Shape;994;p6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6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6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6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8" name="Google Shape;998;p68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68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68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68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68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68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4" name="Google Shape;1004;p68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05" name="Google Shape;1005;p6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6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6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8" name="Google Shape;1008;p68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09" name="Google Shape;1009;p6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6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6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2" name="Google Shape;1012;p68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13" name="Google Shape;1013;p6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6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6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6" name="Google Shape;1016;p68"/>
          <p:cNvSpPr txBox="1"/>
          <p:nvPr>
            <p:ph hasCustomPrompt="1" type="title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10"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69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9" name="Google Shape;1019;p69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020" name="Google Shape;1020;p69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1" name="Google Shape;1021;p69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2" name="Google Shape;1022;p69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23" name="Google Shape;1023;p69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024" name="Google Shape;1024;p6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6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6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6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8" name="Google Shape;1028;p69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029" name="Google Shape;1029;p6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6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6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6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6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6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5" name="Google Shape;1035;p69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036" name="Google Shape;1036;p6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6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6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39" name="Google Shape;1039;p69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40" name="Google Shape;1040;p69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041" name="Google Shape;1041;p6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6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6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6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6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6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7" name="Google Shape;1047;p69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048" name="Google Shape;1048;p6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6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6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6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2" name="Google Shape;1052;p69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053" name="Google Shape;1053;p6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6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6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56" name="Google Shape;1056;p69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7" name="Google Shape;1057;p69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8" name="Google Shape;1058;p69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9" name="Google Shape;1059;p69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60" name="Google Shape;1060;p69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1061" name="Google Shape;1061;p6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6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6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6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6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6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7" name="Google Shape;1067;p69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1068" name="Google Shape;1068;p6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6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6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6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2" name="Google Shape;1072;p69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1073" name="Google Shape;1073;p6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6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6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6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7" name="Google Shape;1077;p69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1078" name="Google Shape;1078;p6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6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6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6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6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6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4" name="Google Shape;1084;p69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1085" name="Google Shape;1085;p6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6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6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70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090" name="Google Shape;1090;p70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1" name="Google Shape;1091;p70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2" name="Google Shape;1092;p70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93" name="Google Shape;1093;p70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094" name="Google Shape;1094;p7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7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7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7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7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7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0" name="Google Shape;1100;p70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101" name="Google Shape;1101;p7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7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7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7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5" name="Google Shape;1105;p70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70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70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70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70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70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1" name="Google Shape;1111;p70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112" name="Google Shape;1112;p7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7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7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5" name="Google Shape;1115;p70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116" name="Google Shape;1116;p7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7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7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9" name="Google Shape;1119;p70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120" name="Google Shape;1120;p7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7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7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23" name="Google Shape;1123;p70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4" name="Google Shape;1124;p70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5" name="Google Shape;1125;p70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126" name="Google Shape;1126;p7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7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7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7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7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7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2" name="Google Shape;1132;p70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133" name="Google Shape;1133;p7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7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7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7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7" name="Google Shape;1137;p70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138" name="Google Shape;1138;p7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7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7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7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2" name="Google Shape;1142;p70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143" name="Google Shape;1143;p7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7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7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6" name="Google Shape;1146;p70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147" name="Google Shape;1147;p7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7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7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71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2" name="Google Shape;1152;p71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53" name="Google Shape;1153;p71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54" name="Google Shape;1154;p71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5" name="Google Shape;1155;p71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6" name="Google Shape;1156;p71"/>
          <p:cNvSpPr txBox="1"/>
          <p:nvPr>
            <p:ph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57" name="Google Shape;1157;p71"/>
          <p:cNvSpPr txBox="1"/>
          <p:nvPr>
            <p:ph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1158" name="Google Shape;1158;p71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59" name="Google Shape;1159;p71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160" name="Google Shape;1160;p71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61" name="Google Shape;1161;p7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2" name="Google Shape;1162;p7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3" name="Google Shape;1163;p7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4" name="Google Shape;1164;p7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5" name="Google Shape;1165;p7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6" name="Google Shape;1166;p7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7" name="Google Shape;1167;p71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168" name="Google Shape;1168;p7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9" name="Google Shape;1169;p7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0" name="Google Shape;1170;p7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1" name="Google Shape;1171;p7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2" name="Google Shape;1172;p71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173" name="Google Shape;1173;p7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4" name="Google Shape;1174;p7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5" name="Google Shape;1175;p7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6" name="Google Shape;1176;p7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177" name="Google Shape;1177;p71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178" name="Google Shape;1178;p71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179" name="Google Shape;1179;p7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0" name="Google Shape;1180;p7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1" name="Google Shape;1181;p7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2" name="Google Shape;1182;p7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3" name="Google Shape;1183;p7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4" name="Google Shape;1184;p7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5" name="Google Shape;1185;p71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186" name="Google Shape;1186;p7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7" name="Google Shape;1187;p7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8" name="Google Shape;1188;p7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9" name="Google Shape;1189;p7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0" name="Google Shape;1190;p71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191" name="Google Shape;1191;p7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2" name="Google Shape;1192;p7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3" name="Google Shape;1193;p7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4" name="Google Shape;1194;p7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5" name="Google Shape;1195;p71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196" name="Google Shape;1196;p7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7" name="Google Shape;1197;p7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8" name="Google Shape;1198;p7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9" name="Google Shape;1199;p71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200" name="Google Shape;1200;p7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1" name="Google Shape;1201;p7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2" name="Google Shape;1202;p7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3" name="Google Shape;1203;p71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204" name="Google Shape;1204;p7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5" name="Google Shape;1205;p7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6" name="Google Shape;1206;p7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7" name="Google Shape;1207;p71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208" name="Google Shape;1208;p7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9" name="Google Shape;1209;p7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0" name="Google Shape;1210;p7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211" name="Google Shape;1211;p71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2" name="Google Shape;1212;p71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3" name="Google Shape;1213;p71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71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71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71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72"/>
          <p:cNvSpPr txBox="1"/>
          <p:nvPr>
            <p:ph idx="1" type="body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/>
        </p:txBody>
      </p:sp>
      <p:sp>
        <p:nvSpPr>
          <p:cNvPr id="1219" name="Google Shape;1219;p72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220" name="Google Shape;1220;p72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1" name="Google Shape;1221;p72"/>
          <p:cNvCxnSpPr/>
          <p:nvPr/>
        </p:nvCxnSpPr>
        <p:spPr>
          <a:xfrm flipH="1" rot="10800000">
            <a:off x="7975" y="4332600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22" name="Google Shape;1222;p7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223" name="Google Shape;1223;p7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7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7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7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7" name="Google Shape;1227;p72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1228" name="Google Shape;1228;p7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7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7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7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7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7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34" name="Google Shape;1234;p7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5" name="Google Shape;1235;p7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6" name="Google Shape;1236;p7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37" name="Google Shape;1237;p7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7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7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7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7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7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3" name="Google Shape;1243;p7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44" name="Google Shape;1244;p7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7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7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7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8" name="Google Shape;1248;p7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49" name="Google Shape;1249;p7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7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7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7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3" name="Google Shape;1253;p7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54" name="Google Shape;1254;p7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7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7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7" name="Google Shape;1257;p7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58" name="Google Shape;1258;p7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7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7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73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9pPr>
          </a:lstStyle>
          <a:p/>
        </p:txBody>
      </p:sp>
      <p:sp>
        <p:nvSpPr>
          <p:cNvPr id="1263" name="Google Shape;1263;p73"/>
          <p:cNvSpPr txBox="1"/>
          <p:nvPr>
            <p:ph idx="1" type="subTitle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264" name="Google Shape;1264;p73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b="0" i="0" lang="en" sz="11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b="0" i="0" lang="en" sz="1100" u="none" cap="none" strike="noStrike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1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b="0" i="0" lang="en" sz="1100" u="none" cap="none" strike="noStrike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1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b="0" i="0" lang="en" sz="1100" u="none" cap="none" strike="noStrike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1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b="0" i="0" lang="en" sz="1100" u="none" cap="none" strike="noStrike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 b="0" i="0" sz="1400" u="none" cap="none" strike="noStrike"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1265" name="Google Shape;1265;p73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6" name="Google Shape;1266;p73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7" name="Google Shape;1267;p73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8" name="Google Shape;1268;p73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69" name="Google Shape;1269;p73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270" name="Google Shape;1270;p7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7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7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7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7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7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6" name="Google Shape;1276;p73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277" name="Google Shape;1277;p7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7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7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7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1" name="Google Shape;1281;p73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282" name="Google Shape;1282;p7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7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7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7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6" name="Google Shape;1286;p73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287" name="Google Shape;1287;p7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7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7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7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7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7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3" name="Google Shape;1293;p73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294" name="Google Shape;1294;p7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7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7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97" name="Google Shape;1297;p73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8" name="Google Shape;1298;p73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9" name="Google Shape;1299;p73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00" name="Google Shape;1300;p73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01" name="Google Shape;1301;p7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7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7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7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7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7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7" name="Google Shape;1307;p73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08" name="Google Shape;1308;p7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7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7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7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2" name="Google Shape;1312;p73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13" name="Google Shape;1313;p7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7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7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7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7" name="Google Shape;1317;p73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73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73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73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73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73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3" name="Google Shape;1323;p73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24" name="Google Shape;1324;p7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7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7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7" name="Google Shape;1327;p73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28" name="Google Shape;1328;p7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7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7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1" name="Google Shape;1331;p73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32" name="Google Shape;1332;p7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7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7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74"/>
          <p:cNvSpPr txBox="1"/>
          <p:nvPr>
            <p:ph idx="1" type="body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337" name="Google Shape;1337;p74"/>
          <p:cNvSpPr txBox="1"/>
          <p:nvPr>
            <p:ph idx="2" type="body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338" name="Google Shape;1338;p74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339" name="Google Shape;1339;p7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340" name="Google Shape;1340;p7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341" name="Google Shape;1341;p7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342" name="Google Shape;1342;p7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3" name="Google Shape;1343;p7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4" name="Google Shape;1344;p7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p7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6" name="Google Shape;1346;p7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7" name="Google Shape;1347;p7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48" name="Google Shape;1348;p7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349" name="Google Shape;1349;p7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0" name="Google Shape;1350;p7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1" name="Google Shape;1351;p7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2" name="Google Shape;1352;p7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53" name="Google Shape;1353;p7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54" name="Google Shape;1354;p7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5" name="Google Shape;1355;p7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p7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p7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358" name="Google Shape;1358;p7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359" name="Google Shape;1359;p7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60" name="Google Shape;1360;p7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p7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2" name="Google Shape;1362;p7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3" name="Google Shape;1363;p7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4" name="Google Shape;1364;p7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7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66" name="Google Shape;1366;p7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367" name="Google Shape;1367;p7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8" name="Google Shape;1368;p7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7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0" name="Google Shape;1370;p7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71" name="Google Shape;1371;p7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372" name="Google Shape;1372;p7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7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4" name="Google Shape;1374;p7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5" name="Google Shape;1375;p7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76" name="Google Shape;1376;p7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377" name="Google Shape;1377;p7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p7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p7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0" name="Google Shape;1380;p7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381" name="Google Shape;1381;p7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2" name="Google Shape;1382;p7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3" name="Google Shape;1383;p7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4" name="Google Shape;1384;p7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385" name="Google Shape;1385;p7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6" name="Google Shape;1386;p7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7" name="Google Shape;1387;p7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8" name="Google Shape;1388;p7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389" name="Google Shape;1389;p7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0" name="Google Shape;1390;p7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1" name="Google Shape;1391;p7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392" name="Google Shape;1392;p7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3" name="Google Shape;1393;p7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94" name="Google Shape;1394;p7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7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7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7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77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00" name="Google Shape;1400;p77"/>
          <p:cNvSpPr txBox="1"/>
          <p:nvPr>
            <p:ph idx="1" type="body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401" name="Google Shape;1401;p7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2" name="Google Shape;1402;p77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3" name="Google Shape;1403;p7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04" name="Google Shape;1404;p7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405" name="Google Shape;1405;p7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7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7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7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7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7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1" name="Google Shape;1411;p7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412" name="Google Shape;1412;p7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7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7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7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6" name="Google Shape;1416;p77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77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77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77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77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77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22" name="Google Shape;1422;p7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423" name="Google Shape;1423;p7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7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7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6" name="Google Shape;1426;p7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427" name="Google Shape;1427;p7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7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7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0" name="Google Shape;1430;p7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431" name="Google Shape;1431;p7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7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7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34" name="Google Shape;1434;p7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5" name="Google Shape;1435;p77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36" name="Google Shape;1436;p7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437" name="Google Shape;1437;p7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7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7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7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7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7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3" name="Google Shape;1443;p7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444" name="Google Shape;1444;p7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7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7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7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8" name="Google Shape;1448;p7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449" name="Google Shape;1449;p7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7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7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7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3" name="Google Shape;1453;p7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454" name="Google Shape;1454;p7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7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7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7" name="Google Shape;1457;p7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458" name="Google Shape;1458;p7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7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7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"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3" name="Google Shape;1463;p7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4" name="Google Shape;1464;p79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5" name="Google Shape;1465;p7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6" name="Google Shape;1466;p7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67" name="Google Shape;1467;p79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468" name="Google Shape;1468;p7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7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7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7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7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7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4" name="Google Shape;1474;p79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475" name="Google Shape;1475;p7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7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7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7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9" name="Google Shape;1479;p79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480" name="Google Shape;1480;p7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7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7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7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4" name="Google Shape;1484;p7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485" name="Google Shape;1485;p7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7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7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7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7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7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1" name="Google Shape;1491;p79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492" name="Google Shape;1492;p7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7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7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95" name="Google Shape;1495;p79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6" name="Google Shape;1496;p7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7" name="Google Shape;1497;p79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98" name="Google Shape;1498;p7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499" name="Google Shape;1499;p7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7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7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7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7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7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5" name="Google Shape;1505;p7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506" name="Google Shape;1506;p7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7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7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7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0" name="Google Shape;1510;p7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511" name="Google Shape;1511;p7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7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7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7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5" name="Google Shape;1515;p79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6" name="Google Shape;1516;p79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7" name="Google Shape;1517;p79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79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9" name="Google Shape;1519;p79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p79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1" name="Google Shape;1521;p7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522" name="Google Shape;1522;p7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7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7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5" name="Google Shape;1525;p7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526" name="Google Shape;1526;p7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7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7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9" name="Google Shape;1529;p7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530" name="Google Shape;1530;p7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7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7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9"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4" name="Google Shape;1534;p80"/>
          <p:cNvGrpSpPr/>
          <p:nvPr/>
        </p:nvGrpSpPr>
        <p:grpSpPr>
          <a:xfrm>
            <a:off x="261711" y="-1158"/>
            <a:ext cx="8550327" cy="3981600"/>
            <a:chOff x="261711" y="-1158"/>
            <a:chExt cx="8550327" cy="3981600"/>
          </a:xfrm>
        </p:grpSpPr>
        <p:cxnSp>
          <p:nvCxnSpPr>
            <p:cNvPr id="1535" name="Google Shape;1535;p80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6" name="Google Shape;1536;p80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37" name="Google Shape;1537;p80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538" name="Google Shape;1538;p8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9" name="Google Shape;1539;p8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0" name="Google Shape;1540;p8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1" name="Google Shape;1541;p8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2" name="Google Shape;1542;p80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543" name="Google Shape;1543;p8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4" name="Google Shape;1544;p8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5" name="Google Shape;1545;p8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6" name="Google Shape;1546;p8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7" name="Google Shape;1547;p80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548" name="Google Shape;1548;p8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9" name="Google Shape;1549;p8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0" name="Google Shape;1550;p8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1" name="Google Shape;1551;p8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2" name="Google Shape;1552;p8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3" name="Google Shape;1553;p8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0"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5" name="Google Shape;1555;p81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556" name="Google Shape;1556;p81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57" name="Google Shape;1557;p81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558" name="Google Shape;1558;p8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9" name="Google Shape;1559;p8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0" name="Google Shape;1560;p8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1" name="Google Shape;1561;p8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2" name="Google Shape;1562;p8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3" name="Google Shape;1563;p8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4" name="Google Shape;1564;p81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565" name="Google Shape;1565;p8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6" name="Google Shape;1566;p8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7" name="Google Shape;1567;p8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8" name="Google Shape;1568;p8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9" name="Google Shape;1569;p81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570" name="Google Shape;1570;p8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1" name="Google Shape;1571;p8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2" name="Google Shape;1572;p8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3" name="Google Shape;1573;p8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574" name="Google Shape;1574;p81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75" name="Google Shape;1575;p81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576" name="Google Shape;1576;p8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7" name="Google Shape;1577;p8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8" name="Google Shape;1578;p8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9" name="Google Shape;1579;p8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0" name="Google Shape;1580;p8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1" name="Google Shape;1581;p8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2" name="Google Shape;1582;p81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583" name="Google Shape;1583;p8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4" name="Google Shape;1584;p8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5" name="Google Shape;1585;p8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6" name="Google Shape;1586;p8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7" name="Google Shape;1587;p81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588" name="Google Shape;1588;p8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9" name="Google Shape;1589;p8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0" name="Google Shape;1590;p8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1" name="Google Shape;1591;p8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2" name="Google Shape;1592;p81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93" name="Google Shape;1593;p8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4" name="Google Shape;1594;p8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5" name="Google Shape;1595;p8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6" name="Google Shape;1596;p81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97" name="Google Shape;1597;p8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8" name="Google Shape;1598;p8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9" name="Google Shape;1599;p8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0" name="Google Shape;1600;p81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01" name="Google Shape;1601;p8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8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3" name="Google Shape;1603;p8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4" name="Google Shape;1604;p81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05" name="Google Shape;1605;p8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8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7" name="Google Shape;1607;p8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608" name="Google Shape;1608;p81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9" name="Google Shape;1609;p81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10" name="Google Shape;1610;p81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81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81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81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21"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5" name="Google Shape;1615;p82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616" name="Google Shape;1616;p82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7" name="Google Shape;1617;p82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8" name="Google Shape;1618;p82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9" name="Google Shape;1619;p82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20" name="Google Shape;1620;p82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621" name="Google Shape;1621;p8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2" name="Google Shape;1622;p8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3" name="Google Shape;1623;p8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4" name="Google Shape;1624;p8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5" name="Google Shape;1625;p8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6" name="Google Shape;1626;p8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27" name="Google Shape;1627;p82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628" name="Google Shape;1628;p8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9" name="Google Shape;1629;p8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0" name="Google Shape;1630;p8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1" name="Google Shape;1631;p8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2" name="Google Shape;1632;p82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633" name="Google Shape;1633;p8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4" name="Google Shape;1634;p8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5" name="Google Shape;1635;p8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6" name="Google Shape;1636;p8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7" name="Google Shape;1637;p82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638" name="Google Shape;1638;p82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9" name="Google Shape;1639;p82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0" name="Google Shape;1640;p82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1" name="Google Shape;1641;p82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2" name="Google Shape;1642;p82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3" name="Google Shape;1643;p82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44" name="Google Shape;1644;p82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645" name="Google Shape;1645;p8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6" name="Google Shape;1646;p8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7" name="Google Shape;1647;p8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648" name="Google Shape;1648;p82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9" name="Google Shape;1649;p82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0" name="Google Shape;1650;p82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51" name="Google Shape;1651;p82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652" name="Google Shape;1652;p8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3" name="Google Shape;1653;p8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4" name="Google Shape;1654;p8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5" name="Google Shape;1655;p8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6" name="Google Shape;1656;p8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7" name="Google Shape;1657;p8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8" name="Google Shape;1658;p82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659" name="Google Shape;1659;p8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0" name="Google Shape;1660;p8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1" name="Google Shape;1661;p8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2" name="Google Shape;1662;p8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3" name="Google Shape;1663;p82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64" name="Google Shape;1664;p8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5" name="Google Shape;1665;p8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6" name="Google Shape;1666;p8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7" name="Google Shape;1667;p8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68" name="Google Shape;1668;p82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82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82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82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82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82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74" name="Google Shape;1674;p82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75" name="Google Shape;1675;p8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6" name="Google Shape;1676;p8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7" name="Google Shape;1677;p8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8" name="Google Shape;1678;p82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79" name="Google Shape;1679;p8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0" name="Google Shape;1680;p8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1" name="Google Shape;1681;p8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9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CJdaRacc/FAMU-Career-Assistant-Proj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6" name="Google Shape;1686;p1"/>
          <p:cNvGrpSpPr/>
          <p:nvPr/>
        </p:nvGrpSpPr>
        <p:grpSpPr>
          <a:xfrm>
            <a:off x="51860" y="914919"/>
            <a:ext cx="5343540" cy="4183680"/>
            <a:chOff x="469775" y="238125"/>
            <a:chExt cx="6679425" cy="5229600"/>
          </a:xfrm>
        </p:grpSpPr>
        <p:sp>
          <p:nvSpPr>
            <p:cNvPr id="1687" name="Google Shape;1687;p1"/>
            <p:cNvSpPr/>
            <p:nvPr/>
          </p:nvSpPr>
          <p:spPr>
            <a:xfrm>
              <a:off x="830950" y="238200"/>
              <a:ext cx="6001825" cy="5109175"/>
            </a:xfrm>
            <a:custGeom>
              <a:rect b="b" l="l" r="r" t="t"/>
              <a:pathLst>
                <a:path extrusionOk="0" h="204367" w="240073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1"/>
            <p:cNvSpPr/>
            <p:nvPr/>
          </p:nvSpPr>
          <p:spPr>
            <a:xfrm>
              <a:off x="1009000" y="238125"/>
              <a:ext cx="5764775" cy="5102425"/>
            </a:xfrm>
            <a:custGeom>
              <a:rect b="b" l="l" r="r" t="t"/>
              <a:pathLst>
                <a:path extrusionOk="0" h="204097" w="230591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1"/>
            <p:cNvSpPr/>
            <p:nvPr/>
          </p:nvSpPr>
          <p:spPr>
            <a:xfrm>
              <a:off x="6155150" y="3211050"/>
              <a:ext cx="888225" cy="2247525"/>
            </a:xfrm>
            <a:custGeom>
              <a:rect b="b" l="l" r="r" t="t"/>
              <a:pathLst>
                <a:path extrusionOk="0" h="89901" w="35529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1"/>
            <p:cNvSpPr/>
            <p:nvPr/>
          </p:nvSpPr>
          <p:spPr>
            <a:xfrm>
              <a:off x="2992975" y="2455100"/>
              <a:ext cx="2658575" cy="3012625"/>
            </a:xfrm>
            <a:custGeom>
              <a:rect b="b" l="l" r="r" t="t"/>
              <a:pathLst>
                <a:path extrusionOk="0" h="120505" w="106343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1"/>
            <p:cNvSpPr/>
            <p:nvPr/>
          </p:nvSpPr>
          <p:spPr>
            <a:xfrm>
              <a:off x="2992975" y="2709450"/>
              <a:ext cx="2434725" cy="2758275"/>
            </a:xfrm>
            <a:custGeom>
              <a:rect b="b" l="l" r="r" t="t"/>
              <a:pathLst>
                <a:path extrusionOk="0" h="110331" w="97389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1"/>
            <p:cNvSpPr/>
            <p:nvPr/>
          </p:nvSpPr>
          <p:spPr>
            <a:xfrm>
              <a:off x="5418525" y="2464250"/>
              <a:ext cx="224875" cy="2994325"/>
            </a:xfrm>
            <a:custGeom>
              <a:rect b="b" l="l" r="r" t="t"/>
              <a:pathLst>
                <a:path extrusionOk="0" h="119773" w="8995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1"/>
            <p:cNvSpPr/>
            <p:nvPr/>
          </p:nvSpPr>
          <p:spPr>
            <a:xfrm>
              <a:off x="55335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1"/>
            <p:cNvSpPr/>
            <p:nvPr/>
          </p:nvSpPr>
          <p:spPr>
            <a:xfrm>
              <a:off x="5525350" y="4898950"/>
              <a:ext cx="126200" cy="568775"/>
            </a:xfrm>
            <a:custGeom>
              <a:rect b="b" l="l" r="r" t="t"/>
              <a:pathLst>
                <a:path extrusionOk="0" h="22751" w="5048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1"/>
            <p:cNvSpPr/>
            <p:nvPr/>
          </p:nvSpPr>
          <p:spPr>
            <a:xfrm>
              <a:off x="5643375" y="4524550"/>
              <a:ext cx="474150" cy="934025"/>
            </a:xfrm>
            <a:custGeom>
              <a:rect b="b" l="l" r="r" t="t"/>
              <a:pathLst>
                <a:path extrusionOk="0" h="37361" w="18966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1"/>
            <p:cNvSpPr/>
            <p:nvPr/>
          </p:nvSpPr>
          <p:spPr>
            <a:xfrm>
              <a:off x="56342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1"/>
            <p:cNvSpPr/>
            <p:nvPr/>
          </p:nvSpPr>
          <p:spPr>
            <a:xfrm>
              <a:off x="18209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1"/>
            <p:cNvSpPr/>
            <p:nvPr/>
          </p:nvSpPr>
          <p:spPr>
            <a:xfrm>
              <a:off x="1812775" y="4898950"/>
              <a:ext cx="126175" cy="568775"/>
            </a:xfrm>
            <a:custGeom>
              <a:rect b="b" l="l" r="r" t="t"/>
              <a:pathLst>
                <a:path extrusionOk="0" h="22751" w="5047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1"/>
            <p:cNvSpPr/>
            <p:nvPr/>
          </p:nvSpPr>
          <p:spPr>
            <a:xfrm>
              <a:off x="1930800" y="4524550"/>
              <a:ext cx="474125" cy="934025"/>
            </a:xfrm>
            <a:custGeom>
              <a:rect b="b" l="l" r="r" t="t"/>
              <a:pathLst>
                <a:path extrusionOk="0" h="37361" w="18965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1"/>
            <p:cNvSpPr/>
            <p:nvPr/>
          </p:nvSpPr>
          <p:spPr>
            <a:xfrm>
              <a:off x="19216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1"/>
            <p:cNvSpPr/>
            <p:nvPr/>
          </p:nvSpPr>
          <p:spPr>
            <a:xfrm>
              <a:off x="1398675" y="4437050"/>
              <a:ext cx="5067825" cy="567750"/>
            </a:xfrm>
            <a:custGeom>
              <a:rect b="b" l="l" r="r" t="t"/>
              <a:pathLst>
                <a:path extrusionOk="0" h="22710" w="202713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1"/>
            <p:cNvSpPr/>
            <p:nvPr/>
          </p:nvSpPr>
          <p:spPr>
            <a:xfrm>
              <a:off x="1390525" y="4428500"/>
              <a:ext cx="5084125" cy="584450"/>
            </a:xfrm>
            <a:custGeom>
              <a:rect b="b" l="l" r="r" t="t"/>
              <a:pathLst>
                <a:path extrusionOk="0" h="23378" w="203365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1"/>
            <p:cNvSpPr/>
            <p:nvPr/>
          </p:nvSpPr>
          <p:spPr>
            <a:xfrm>
              <a:off x="1400700" y="4437050"/>
              <a:ext cx="5065800" cy="531125"/>
            </a:xfrm>
            <a:custGeom>
              <a:rect b="b" l="l" r="r" t="t"/>
              <a:pathLst>
                <a:path extrusionOk="0" h="21245" w="202632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1"/>
            <p:cNvSpPr/>
            <p:nvPr/>
          </p:nvSpPr>
          <p:spPr>
            <a:xfrm>
              <a:off x="1391550" y="4427900"/>
              <a:ext cx="5084100" cy="549425"/>
            </a:xfrm>
            <a:custGeom>
              <a:rect b="b" l="l" r="r" t="t"/>
              <a:pathLst>
                <a:path extrusionOk="0" h="21977" w="203364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1"/>
            <p:cNvSpPr/>
            <p:nvPr/>
          </p:nvSpPr>
          <p:spPr>
            <a:xfrm>
              <a:off x="5056325" y="4664950"/>
              <a:ext cx="755975" cy="213700"/>
            </a:xfrm>
            <a:custGeom>
              <a:rect b="b" l="l" r="r" t="t"/>
              <a:pathLst>
                <a:path extrusionOk="0" h="8548" w="30239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1"/>
            <p:cNvSpPr/>
            <p:nvPr/>
          </p:nvSpPr>
          <p:spPr>
            <a:xfrm>
              <a:off x="5047175" y="4656825"/>
              <a:ext cx="774275" cy="230975"/>
            </a:xfrm>
            <a:custGeom>
              <a:rect b="b" l="l" r="r" t="t"/>
              <a:pathLst>
                <a:path extrusionOk="0" h="9239" w="30971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1"/>
            <p:cNvSpPr/>
            <p:nvPr/>
          </p:nvSpPr>
          <p:spPr>
            <a:xfrm>
              <a:off x="5774625" y="4437050"/>
              <a:ext cx="691875" cy="567750"/>
            </a:xfrm>
            <a:custGeom>
              <a:rect b="b" l="l" r="r" t="t"/>
              <a:pathLst>
                <a:path extrusionOk="0" h="22710" w="27675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1"/>
            <p:cNvSpPr/>
            <p:nvPr/>
          </p:nvSpPr>
          <p:spPr>
            <a:xfrm>
              <a:off x="5766475" y="4428250"/>
              <a:ext cx="708175" cy="584775"/>
            </a:xfrm>
            <a:custGeom>
              <a:rect b="b" l="l" r="r" t="t"/>
              <a:pathLst>
                <a:path extrusionOk="0" h="23391" w="28327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1"/>
            <p:cNvSpPr/>
            <p:nvPr/>
          </p:nvSpPr>
          <p:spPr>
            <a:xfrm>
              <a:off x="5189600" y="4452300"/>
              <a:ext cx="914700" cy="283675"/>
            </a:xfrm>
            <a:custGeom>
              <a:rect b="b" l="l" r="r" t="t"/>
              <a:pathLst>
                <a:path extrusionOk="0" h="11347" w="36588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1"/>
            <p:cNvSpPr/>
            <p:nvPr/>
          </p:nvSpPr>
          <p:spPr>
            <a:xfrm>
              <a:off x="5292375" y="4676900"/>
              <a:ext cx="262500" cy="176300"/>
            </a:xfrm>
            <a:custGeom>
              <a:rect b="b" l="l" r="r" t="t"/>
              <a:pathLst>
                <a:path extrusionOk="0" h="7052" w="1050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1"/>
            <p:cNvSpPr/>
            <p:nvPr/>
          </p:nvSpPr>
          <p:spPr>
            <a:xfrm>
              <a:off x="5442950" y="4707275"/>
              <a:ext cx="72250" cy="119475"/>
            </a:xfrm>
            <a:custGeom>
              <a:rect b="b" l="l" r="r" t="t"/>
              <a:pathLst>
                <a:path extrusionOk="0" h="4779" w="289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1"/>
            <p:cNvSpPr/>
            <p:nvPr/>
          </p:nvSpPr>
          <p:spPr>
            <a:xfrm>
              <a:off x="3283975" y="4592725"/>
              <a:ext cx="2022650" cy="316425"/>
            </a:xfrm>
            <a:custGeom>
              <a:rect b="b" l="l" r="r" t="t"/>
              <a:pathLst>
                <a:path extrusionOk="0" h="12657" w="80906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1"/>
            <p:cNvSpPr/>
            <p:nvPr/>
          </p:nvSpPr>
          <p:spPr>
            <a:xfrm>
              <a:off x="3274800" y="4584575"/>
              <a:ext cx="2041000" cy="332725"/>
            </a:xfrm>
            <a:custGeom>
              <a:rect b="b" l="l" r="r" t="t"/>
              <a:pathLst>
                <a:path extrusionOk="0" h="13309" w="8164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1"/>
            <p:cNvSpPr/>
            <p:nvPr/>
          </p:nvSpPr>
          <p:spPr>
            <a:xfrm>
              <a:off x="4902700" y="4584475"/>
              <a:ext cx="413100" cy="352825"/>
            </a:xfrm>
            <a:custGeom>
              <a:rect b="b" l="l" r="r" t="t"/>
              <a:pathLst>
                <a:path extrusionOk="0" h="14113" w="16524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1"/>
            <p:cNvSpPr/>
            <p:nvPr/>
          </p:nvSpPr>
          <p:spPr>
            <a:xfrm>
              <a:off x="3283975" y="4909125"/>
              <a:ext cx="1626875" cy="19375"/>
            </a:xfrm>
            <a:custGeom>
              <a:rect b="b" l="l" r="r" t="t"/>
              <a:pathLst>
                <a:path extrusionOk="0" h="775" w="650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1"/>
            <p:cNvSpPr/>
            <p:nvPr/>
          </p:nvSpPr>
          <p:spPr>
            <a:xfrm>
              <a:off x="3274800" y="4899975"/>
              <a:ext cx="1645225" cy="37675"/>
            </a:xfrm>
            <a:custGeom>
              <a:rect b="b" l="l" r="r" t="t"/>
              <a:pathLst>
                <a:path extrusionOk="0" h="1507" w="65809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1"/>
            <p:cNvSpPr/>
            <p:nvPr/>
          </p:nvSpPr>
          <p:spPr>
            <a:xfrm>
              <a:off x="37530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1"/>
            <p:cNvSpPr/>
            <p:nvPr/>
          </p:nvSpPr>
          <p:spPr>
            <a:xfrm>
              <a:off x="38608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1"/>
            <p:cNvSpPr/>
            <p:nvPr/>
          </p:nvSpPr>
          <p:spPr>
            <a:xfrm>
              <a:off x="36451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1"/>
            <p:cNvSpPr/>
            <p:nvPr/>
          </p:nvSpPr>
          <p:spPr>
            <a:xfrm>
              <a:off x="36980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1"/>
            <p:cNvSpPr/>
            <p:nvPr/>
          </p:nvSpPr>
          <p:spPr>
            <a:xfrm>
              <a:off x="38578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1"/>
            <p:cNvSpPr/>
            <p:nvPr/>
          </p:nvSpPr>
          <p:spPr>
            <a:xfrm>
              <a:off x="37499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1"/>
            <p:cNvSpPr/>
            <p:nvPr/>
          </p:nvSpPr>
          <p:spPr>
            <a:xfrm>
              <a:off x="39676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1"/>
            <p:cNvSpPr/>
            <p:nvPr/>
          </p:nvSpPr>
          <p:spPr>
            <a:xfrm>
              <a:off x="45048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1"/>
            <p:cNvSpPr/>
            <p:nvPr/>
          </p:nvSpPr>
          <p:spPr>
            <a:xfrm>
              <a:off x="39646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1"/>
            <p:cNvSpPr/>
            <p:nvPr/>
          </p:nvSpPr>
          <p:spPr>
            <a:xfrm>
              <a:off x="40755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1"/>
            <p:cNvSpPr/>
            <p:nvPr/>
          </p:nvSpPr>
          <p:spPr>
            <a:xfrm>
              <a:off x="47195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1"/>
            <p:cNvSpPr/>
            <p:nvPr/>
          </p:nvSpPr>
          <p:spPr>
            <a:xfrm>
              <a:off x="47724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1"/>
            <p:cNvSpPr/>
            <p:nvPr/>
          </p:nvSpPr>
          <p:spPr>
            <a:xfrm>
              <a:off x="46127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1"/>
            <p:cNvSpPr/>
            <p:nvPr/>
          </p:nvSpPr>
          <p:spPr>
            <a:xfrm>
              <a:off x="43980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1"/>
            <p:cNvSpPr/>
            <p:nvPr/>
          </p:nvSpPr>
          <p:spPr>
            <a:xfrm>
              <a:off x="41823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1"/>
            <p:cNvSpPr/>
            <p:nvPr/>
          </p:nvSpPr>
          <p:spPr>
            <a:xfrm>
              <a:off x="42902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1"/>
            <p:cNvSpPr/>
            <p:nvPr/>
          </p:nvSpPr>
          <p:spPr>
            <a:xfrm>
              <a:off x="43950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1"/>
            <p:cNvSpPr/>
            <p:nvPr/>
          </p:nvSpPr>
          <p:spPr>
            <a:xfrm>
              <a:off x="45577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1"/>
            <p:cNvSpPr/>
            <p:nvPr/>
          </p:nvSpPr>
          <p:spPr>
            <a:xfrm>
              <a:off x="43421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1"/>
            <p:cNvSpPr/>
            <p:nvPr/>
          </p:nvSpPr>
          <p:spPr>
            <a:xfrm>
              <a:off x="41274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1"/>
            <p:cNvSpPr/>
            <p:nvPr/>
          </p:nvSpPr>
          <p:spPr>
            <a:xfrm>
              <a:off x="44499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1"/>
            <p:cNvSpPr/>
            <p:nvPr/>
          </p:nvSpPr>
          <p:spPr>
            <a:xfrm>
              <a:off x="40724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1"/>
            <p:cNvSpPr/>
            <p:nvPr/>
          </p:nvSpPr>
          <p:spPr>
            <a:xfrm>
              <a:off x="3804900" y="4721925"/>
              <a:ext cx="178050" cy="59050"/>
            </a:xfrm>
            <a:custGeom>
              <a:rect b="b" l="l" r="r" t="t"/>
              <a:pathLst>
                <a:path extrusionOk="0" h="2362" w="712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1"/>
            <p:cNvSpPr/>
            <p:nvPr/>
          </p:nvSpPr>
          <p:spPr>
            <a:xfrm>
              <a:off x="40205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1"/>
            <p:cNvSpPr/>
            <p:nvPr/>
          </p:nvSpPr>
          <p:spPr>
            <a:xfrm>
              <a:off x="39127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1"/>
            <p:cNvSpPr/>
            <p:nvPr/>
          </p:nvSpPr>
          <p:spPr>
            <a:xfrm>
              <a:off x="42352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1"/>
            <p:cNvSpPr/>
            <p:nvPr/>
          </p:nvSpPr>
          <p:spPr>
            <a:xfrm>
              <a:off x="42871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1"/>
            <p:cNvSpPr/>
            <p:nvPr/>
          </p:nvSpPr>
          <p:spPr>
            <a:xfrm>
              <a:off x="48243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1"/>
            <p:cNvSpPr/>
            <p:nvPr/>
          </p:nvSpPr>
          <p:spPr>
            <a:xfrm>
              <a:off x="41803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1"/>
            <p:cNvSpPr/>
            <p:nvPr/>
          </p:nvSpPr>
          <p:spPr>
            <a:xfrm>
              <a:off x="46096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1"/>
            <p:cNvSpPr/>
            <p:nvPr/>
          </p:nvSpPr>
          <p:spPr>
            <a:xfrm>
              <a:off x="47175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1"/>
            <p:cNvSpPr/>
            <p:nvPr/>
          </p:nvSpPr>
          <p:spPr>
            <a:xfrm>
              <a:off x="46646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1"/>
            <p:cNvSpPr/>
            <p:nvPr/>
          </p:nvSpPr>
          <p:spPr>
            <a:xfrm>
              <a:off x="45018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1"/>
            <p:cNvSpPr/>
            <p:nvPr/>
          </p:nvSpPr>
          <p:spPr>
            <a:xfrm>
              <a:off x="42383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1"/>
            <p:cNvSpPr/>
            <p:nvPr/>
          </p:nvSpPr>
          <p:spPr>
            <a:xfrm>
              <a:off x="43451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1"/>
            <p:cNvSpPr/>
            <p:nvPr/>
          </p:nvSpPr>
          <p:spPr>
            <a:xfrm>
              <a:off x="41304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1"/>
            <p:cNvSpPr/>
            <p:nvPr/>
          </p:nvSpPr>
          <p:spPr>
            <a:xfrm>
              <a:off x="44530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1"/>
            <p:cNvSpPr/>
            <p:nvPr/>
          </p:nvSpPr>
          <p:spPr>
            <a:xfrm>
              <a:off x="40226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1"/>
            <p:cNvSpPr/>
            <p:nvPr/>
          </p:nvSpPr>
          <p:spPr>
            <a:xfrm>
              <a:off x="3915800" y="4806375"/>
              <a:ext cx="178050" cy="59025"/>
            </a:xfrm>
            <a:custGeom>
              <a:rect b="b" l="l" r="r" t="t"/>
              <a:pathLst>
                <a:path extrusionOk="0" h="2361" w="7122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1"/>
            <p:cNvSpPr/>
            <p:nvPr/>
          </p:nvSpPr>
          <p:spPr>
            <a:xfrm>
              <a:off x="45598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1"/>
            <p:cNvSpPr/>
            <p:nvPr/>
          </p:nvSpPr>
          <p:spPr>
            <a:xfrm>
              <a:off x="3700100" y="4806375"/>
              <a:ext cx="179075" cy="59025"/>
            </a:xfrm>
            <a:custGeom>
              <a:rect b="b" l="l" r="r" t="t"/>
              <a:pathLst>
                <a:path extrusionOk="0" h="2361" w="716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1"/>
            <p:cNvSpPr/>
            <p:nvPr/>
          </p:nvSpPr>
          <p:spPr>
            <a:xfrm>
              <a:off x="38079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1"/>
            <p:cNvSpPr/>
            <p:nvPr/>
          </p:nvSpPr>
          <p:spPr>
            <a:xfrm>
              <a:off x="4879300" y="4721925"/>
              <a:ext cx="179075" cy="59050"/>
            </a:xfrm>
            <a:custGeom>
              <a:rect b="b" l="l" r="r" t="t"/>
              <a:pathLst>
                <a:path extrusionOk="0" h="2362" w="7163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1"/>
            <p:cNvSpPr/>
            <p:nvPr/>
          </p:nvSpPr>
          <p:spPr>
            <a:xfrm>
              <a:off x="49840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1"/>
            <p:cNvSpPr/>
            <p:nvPr/>
          </p:nvSpPr>
          <p:spPr>
            <a:xfrm>
              <a:off x="49322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1"/>
            <p:cNvSpPr/>
            <p:nvPr/>
          </p:nvSpPr>
          <p:spPr>
            <a:xfrm>
              <a:off x="35932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1"/>
            <p:cNvSpPr/>
            <p:nvPr/>
          </p:nvSpPr>
          <p:spPr>
            <a:xfrm>
              <a:off x="46676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1"/>
            <p:cNvSpPr/>
            <p:nvPr/>
          </p:nvSpPr>
          <p:spPr>
            <a:xfrm>
              <a:off x="47755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1"/>
            <p:cNvSpPr/>
            <p:nvPr/>
          </p:nvSpPr>
          <p:spPr>
            <a:xfrm>
              <a:off x="48274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1"/>
            <p:cNvSpPr/>
            <p:nvPr/>
          </p:nvSpPr>
          <p:spPr>
            <a:xfrm>
              <a:off x="35902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1"/>
            <p:cNvSpPr/>
            <p:nvPr/>
          </p:nvSpPr>
          <p:spPr>
            <a:xfrm>
              <a:off x="43400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1"/>
            <p:cNvSpPr/>
            <p:nvPr/>
          </p:nvSpPr>
          <p:spPr>
            <a:xfrm>
              <a:off x="44468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1"/>
            <p:cNvSpPr/>
            <p:nvPr/>
          </p:nvSpPr>
          <p:spPr>
            <a:xfrm>
              <a:off x="42322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1"/>
            <p:cNvSpPr/>
            <p:nvPr/>
          </p:nvSpPr>
          <p:spPr>
            <a:xfrm>
              <a:off x="45547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1"/>
            <p:cNvSpPr/>
            <p:nvPr/>
          </p:nvSpPr>
          <p:spPr>
            <a:xfrm>
              <a:off x="47694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1"/>
            <p:cNvSpPr/>
            <p:nvPr/>
          </p:nvSpPr>
          <p:spPr>
            <a:xfrm>
              <a:off x="46615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1"/>
            <p:cNvSpPr/>
            <p:nvPr/>
          </p:nvSpPr>
          <p:spPr>
            <a:xfrm>
              <a:off x="41243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1"/>
            <p:cNvSpPr/>
            <p:nvPr/>
          </p:nvSpPr>
          <p:spPr>
            <a:xfrm>
              <a:off x="35383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1"/>
            <p:cNvSpPr/>
            <p:nvPr/>
          </p:nvSpPr>
          <p:spPr>
            <a:xfrm>
              <a:off x="3642100" y="4679200"/>
              <a:ext cx="179100" cy="60050"/>
            </a:xfrm>
            <a:custGeom>
              <a:rect b="b" l="l" r="r" t="t"/>
              <a:pathLst>
                <a:path extrusionOk="0" h="2402" w="7164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1"/>
            <p:cNvSpPr/>
            <p:nvPr/>
          </p:nvSpPr>
          <p:spPr>
            <a:xfrm>
              <a:off x="48772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1"/>
            <p:cNvSpPr/>
            <p:nvPr/>
          </p:nvSpPr>
          <p:spPr>
            <a:xfrm>
              <a:off x="34854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1"/>
            <p:cNvSpPr/>
            <p:nvPr/>
          </p:nvSpPr>
          <p:spPr>
            <a:xfrm>
              <a:off x="36950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1"/>
            <p:cNvSpPr/>
            <p:nvPr/>
          </p:nvSpPr>
          <p:spPr>
            <a:xfrm>
              <a:off x="39096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1"/>
            <p:cNvSpPr/>
            <p:nvPr/>
          </p:nvSpPr>
          <p:spPr>
            <a:xfrm>
              <a:off x="3801825" y="4637475"/>
              <a:ext cx="179100" cy="59050"/>
            </a:xfrm>
            <a:custGeom>
              <a:rect b="b" l="l" r="r" t="t"/>
              <a:pathLst>
                <a:path extrusionOk="0" h="2362" w="7164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1"/>
            <p:cNvSpPr/>
            <p:nvPr/>
          </p:nvSpPr>
          <p:spPr>
            <a:xfrm>
              <a:off x="40175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1"/>
            <p:cNvSpPr/>
            <p:nvPr/>
          </p:nvSpPr>
          <p:spPr>
            <a:xfrm>
              <a:off x="479180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1"/>
            <p:cNvSpPr/>
            <p:nvPr/>
          </p:nvSpPr>
          <p:spPr>
            <a:xfrm>
              <a:off x="4786700" y="4470625"/>
              <a:ext cx="667450" cy="89550"/>
            </a:xfrm>
            <a:custGeom>
              <a:rect b="b" l="l" r="r" t="t"/>
              <a:pathLst>
                <a:path extrusionOk="0" h="3582" w="26698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1"/>
            <p:cNvSpPr/>
            <p:nvPr/>
          </p:nvSpPr>
          <p:spPr>
            <a:xfrm>
              <a:off x="509702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1"/>
            <p:cNvSpPr/>
            <p:nvPr/>
          </p:nvSpPr>
          <p:spPr>
            <a:xfrm>
              <a:off x="5088875" y="4119600"/>
              <a:ext cx="120075" cy="410050"/>
            </a:xfrm>
            <a:custGeom>
              <a:rect b="b" l="l" r="r" t="t"/>
              <a:pathLst>
                <a:path extrusionOk="0" h="16402" w="4803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1"/>
            <p:cNvSpPr/>
            <p:nvPr/>
          </p:nvSpPr>
          <p:spPr>
            <a:xfrm>
              <a:off x="5080750" y="4128775"/>
              <a:ext cx="135325" cy="284900"/>
            </a:xfrm>
            <a:custGeom>
              <a:rect b="b" l="l" r="r" t="t"/>
              <a:pathLst>
                <a:path extrusionOk="0" h="11396" w="5413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1"/>
            <p:cNvSpPr/>
            <p:nvPr/>
          </p:nvSpPr>
          <p:spPr>
            <a:xfrm>
              <a:off x="507260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1"/>
            <p:cNvSpPr/>
            <p:nvPr/>
          </p:nvSpPr>
          <p:spPr>
            <a:xfrm>
              <a:off x="431970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1"/>
            <p:cNvSpPr/>
            <p:nvPr/>
          </p:nvSpPr>
          <p:spPr>
            <a:xfrm>
              <a:off x="4310550" y="2813225"/>
              <a:ext cx="1724550" cy="1352200"/>
            </a:xfrm>
            <a:custGeom>
              <a:rect b="b" l="l" r="r" t="t"/>
              <a:pathLst>
                <a:path extrusionOk="0" h="54088" w="68982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1"/>
            <p:cNvSpPr/>
            <p:nvPr/>
          </p:nvSpPr>
          <p:spPr>
            <a:xfrm>
              <a:off x="4410250" y="2892600"/>
              <a:ext cx="1525150" cy="1193450"/>
            </a:xfrm>
            <a:custGeom>
              <a:rect b="b" l="l" r="r" t="t"/>
              <a:pathLst>
                <a:path extrusionOk="0" h="47738" w="61006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1"/>
            <p:cNvSpPr/>
            <p:nvPr/>
          </p:nvSpPr>
          <p:spPr>
            <a:xfrm>
              <a:off x="440212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1"/>
            <p:cNvSpPr/>
            <p:nvPr/>
          </p:nvSpPr>
          <p:spPr>
            <a:xfrm>
              <a:off x="4506925" y="2953625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1"/>
            <p:cNvSpPr/>
            <p:nvPr/>
          </p:nvSpPr>
          <p:spPr>
            <a:xfrm>
              <a:off x="4506925" y="3313800"/>
              <a:ext cx="534150" cy="334775"/>
            </a:xfrm>
            <a:custGeom>
              <a:rect b="b" l="l" r="r" t="t"/>
              <a:pathLst>
                <a:path extrusionOk="0" h="13391" w="21366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1"/>
            <p:cNvSpPr/>
            <p:nvPr/>
          </p:nvSpPr>
          <p:spPr>
            <a:xfrm>
              <a:off x="4506925" y="3681100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1"/>
            <p:cNvSpPr/>
            <p:nvPr/>
          </p:nvSpPr>
          <p:spPr>
            <a:xfrm>
              <a:off x="5110250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1"/>
            <p:cNvSpPr/>
            <p:nvPr/>
          </p:nvSpPr>
          <p:spPr>
            <a:xfrm>
              <a:off x="5110250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1"/>
            <p:cNvSpPr/>
            <p:nvPr/>
          </p:nvSpPr>
          <p:spPr>
            <a:xfrm>
              <a:off x="3941225" y="2531400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1"/>
            <p:cNvSpPr/>
            <p:nvPr/>
          </p:nvSpPr>
          <p:spPr>
            <a:xfrm>
              <a:off x="3936125" y="2523250"/>
              <a:ext cx="668475" cy="89575"/>
            </a:xfrm>
            <a:custGeom>
              <a:rect b="b" l="l" r="r" t="t"/>
              <a:pathLst>
                <a:path extrusionOk="0" h="3583" w="26739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1"/>
            <p:cNvSpPr/>
            <p:nvPr/>
          </p:nvSpPr>
          <p:spPr>
            <a:xfrm>
              <a:off x="4246450" y="2181400"/>
              <a:ext cx="103800" cy="392750"/>
            </a:xfrm>
            <a:custGeom>
              <a:rect b="b" l="l" r="r" t="t"/>
              <a:pathLst>
                <a:path extrusionOk="0" h="15710" w="4152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1"/>
            <p:cNvSpPr/>
            <p:nvPr/>
          </p:nvSpPr>
          <p:spPr>
            <a:xfrm>
              <a:off x="4238300" y="217225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1"/>
            <p:cNvSpPr/>
            <p:nvPr/>
          </p:nvSpPr>
          <p:spPr>
            <a:xfrm>
              <a:off x="4230175" y="2181400"/>
              <a:ext cx="136350" cy="284900"/>
            </a:xfrm>
            <a:custGeom>
              <a:rect b="b" l="l" r="r" t="t"/>
              <a:pathLst>
                <a:path extrusionOk="0" h="11396" w="5454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1"/>
            <p:cNvSpPr/>
            <p:nvPr/>
          </p:nvSpPr>
          <p:spPr>
            <a:xfrm>
              <a:off x="4222025" y="2172250"/>
              <a:ext cx="152650" cy="303225"/>
            </a:xfrm>
            <a:custGeom>
              <a:rect b="b" l="l" r="r" t="t"/>
              <a:pathLst>
                <a:path extrusionOk="0" h="12129" w="6106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1"/>
            <p:cNvSpPr/>
            <p:nvPr/>
          </p:nvSpPr>
          <p:spPr>
            <a:xfrm>
              <a:off x="3469125" y="874000"/>
              <a:ext cx="1707275" cy="1335925"/>
            </a:xfrm>
            <a:custGeom>
              <a:rect b="b" l="l" r="r" t="t"/>
              <a:pathLst>
                <a:path extrusionOk="0" h="53437" w="68291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1"/>
            <p:cNvSpPr/>
            <p:nvPr/>
          </p:nvSpPr>
          <p:spPr>
            <a:xfrm>
              <a:off x="3461000" y="865875"/>
              <a:ext cx="1723550" cy="1352175"/>
            </a:xfrm>
            <a:custGeom>
              <a:rect b="b" l="l" r="r" t="t"/>
              <a:pathLst>
                <a:path extrusionOk="0" h="54087" w="68942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1"/>
            <p:cNvSpPr/>
            <p:nvPr/>
          </p:nvSpPr>
          <p:spPr>
            <a:xfrm>
              <a:off x="3560700" y="945225"/>
              <a:ext cx="1524125" cy="1193475"/>
            </a:xfrm>
            <a:custGeom>
              <a:rect b="b" l="l" r="r" t="t"/>
              <a:pathLst>
                <a:path extrusionOk="0" h="47739" w="60965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1"/>
            <p:cNvSpPr/>
            <p:nvPr/>
          </p:nvSpPr>
          <p:spPr>
            <a:xfrm>
              <a:off x="3551550" y="937075"/>
              <a:ext cx="1542450" cy="1209750"/>
            </a:xfrm>
            <a:custGeom>
              <a:rect b="b" l="l" r="r" t="t"/>
              <a:pathLst>
                <a:path extrusionOk="0" h="48390" w="61698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1"/>
            <p:cNvSpPr/>
            <p:nvPr/>
          </p:nvSpPr>
          <p:spPr>
            <a:xfrm>
              <a:off x="3671600" y="1070375"/>
              <a:ext cx="637950" cy="293050"/>
            </a:xfrm>
            <a:custGeom>
              <a:rect b="b" l="l" r="r" t="t"/>
              <a:pathLst>
                <a:path extrusionOk="0" h="11722" w="25518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1"/>
            <p:cNvSpPr/>
            <p:nvPr/>
          </p:nvSpPr>
          <p:spPr>
            <a:xfrm>
              <a:off x="3760125" y="1538400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1"/>
            <p:cNvSpPr/>
            <p:nvPr/>
          </p:nvSpPr>
          <p:spPr>
            <a:xfrm>
              <a:off x="3760125" y="1639125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1"/>
            <p:cNvSpPr/>
            <p:nvPr/>
          </p:nvSpPr>
          <p:spPr>
            <a:xfrm>
              <a:off x="3760125" y="1866000"/>
              <a:ext cx="1047975" cy="115000"/>
            </a:xfrm>
            <a:custGeom>
              <a:rect b="b" l="l" r="r" t="t"/>
              <a:pathLst>
                <a:path extrusionOk="0" h="4600" w="41919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1"/>
            <p:cNvSpPr/>
            <p:nvPr/>
          </p:nvSpPr>
          <p:spPr>
            <a:xfrm>
              <a:off x="3760125" y="1764250"/>
              <a:ext cx="1047975" cy="116025"/>
            </a:xfrm>
            <a:custGeom>
              <a:rect b="b" l="l" r="r" t="t"/>
              <a:pathLst>
                <a:path extrusionOk="0" h="4641" w="41919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1"/>
            <p:cNvSpPr/>
            <p:nvPr/>
          </p:nvSpPr>
          <p:spPr>
            <a:xfrm>
              <a:off x="4825375" y="1479375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1"/>
            <p:cNvSpPr/>
            <p:nvPr/>
          </p:nvSpPr>
          <p:spPr>
            <a:xfrm>
              <a:off x="4825375" y="1599425"/>
              <a:ext cx="96675" cy="96700"/>
            </a:xfrm>
            <a:custGeom>
              <a:rect b="b" l="l" r="r" t="t"/>
              <a:pathLst>
                <a:path extrusionOk="0" h="3868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1"/>
            <p:cNvSpPr/>
            <p:nvPr/>
          </p:nvSpPr>
          <p:spPr>
            <a:xfrm>
              <a:off x="4825375" y="1804950"/>
              <a:ext cx="96675" cy="96675"/>
            </a:xfrm>
            <a:custGeom>
              <a:rect b="b" l="l" r="r" t="t"/>
              <a:pathLst>
                <a:path extrusionOk="0" h="3867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1"/>
            <p:cNvSpPr/>
            <p:nvPr/>
          </p:nvSpPr>
          <p:spPr>
            <a:xfrm>
              <a:off x="4825375" y="1924000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1"/>
            <p:cNvSpPr/>
            <p:nvPr/>
          </p:nvSpPr>
          <p:spPr>
            <a:xfrm>
              <a:off x="3644125" y="1479375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1"/>
            <p:cNvSpPr/>
            <p:nvPr/>
          </p:nvSpPr>
          <p:spPr>
            <a:xfrm>
              <a:off x="3644125" y="1599425"/>
              <a:ext cx="96700" cy="96700"/>
            </a:xfrm>
            <a:custGeom>
              <a:rect b="b" l="l" r="r" t="t"/>
              <a:pathLst>
                <a:path extrusionOk="0" h="3868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1"/>
            <p:cNvSpPr/>
            <p:nvPr/>
          </p:nvSpPr>
          <p:spPr>
            <a:xfrm>
              <a:off x="3644125" y="1804950"/>
              <a:ext cx="96700" cy="96675"/>
            </a:xfrm>
            <a:custGeom>
              <a:rect b="b" l="l" r="r" t="t"/>
              <a:pathLst>
                <a:path extrusionOk="0" h="3867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1"/>
            <p:cNvSpPr/>
            <p:nvPr/>
          </p:nvSpPr>
          <p:spPr>
            <a:xfrm>
              <a:off x="3644125" y="1924000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1"/>
            <p:cNvSpPr/>
            <p:nvPr/>
          </p:nvSpPr>
          <p:spPr>
            <a:xfrm>
              <a:off x="4389900" y="105307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1"/>
            <p:cNvSpPr/>
            <p:nvPr/>
          </p:nvSpPr>
          <p:spPr>
            <a:xfrm>
              <a:off x="279255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1"/>
            <p:cNvSpPr/>
            <p:nvPr/>
          </p:nvSpPr>
          <p:spPr>
            <a:xfrm>
              <a:off x="2787450" y="4470625"/>
              <a:ext cx="667475" cy="89550"/>
            </a:xfrm>
            <a:custGeom>
              <a:rect b="b" l="l" r="r" t="t"/>
              <a:pathLst>
                <a:path extrusionOk="0" h="3582" w="26699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1"/>
            <p:cNvSpPr/>
            <p:nvPr/>
          </p:nvSpPr>
          <p:spPr>
            <a:xfrm>
              <a:off x="309777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1"/>
            <p:cNvSpPr/>
            <p:nvPr/>
          </p:nvSpPr>
          <p:spPr>
            <a:xfrm>
              <a:off x="3089625" y="411960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1"/>
            <p:cNvSpPr/>
            <p:nvPr/>
          </p:nvSpPr>
          <p:spPr>
            <a:xfrm>
              <a:off x="3081500" y="4128775"/>
              <a:ext cx="135350" cy="284900"/>
            </a:xfrm>
            <a:custGeom>
              <a:rect b="b" l="l" r="r" t="t"/>
              <a:pathLst>
                <a:path extrusionOk="0" h="11396" w="5414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1"/>
            <p:cNvSpPr/>
            <p:nvPr/>
          </p:nvSpPr>
          <p:spPr>
            <a:xfrm>
              <a:off x="307335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1"/>
            <p:cNvSpPr/>
            <p:nvPr/>
          </p:nvSpPr>
          <p:spPr>
            <a:xfrm>
              <a:off x="232045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1"/>
            <p:cNvSpPr/>
            <p:nvPr/>
          </p:nvSpPr>
          <p:spPr>
            <a:xfrm>
              <a:off x="2311300" y="2813225"/>
              <a:ext cx="1724575" cy="1352200"/>
            </a:xfrm>
            <a:custGeom>
              <a:rect b="b" l="l" r="r" t="t"/>
              <a:pathLst>
                <a:path extrusionOk="0" h="54088" w="68983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1"/>
            <p:cNvSpPr/>
            <p:nvPr/>
          </p:nvSpPr>
          <p:spPr>
            <a:xfrm>
              <a:off x="2411025" y="2892600"/>
              <a:ext cx="1525125" cy="1193450"/>
            </a:xfrm>
            <a:custGeom>
              <a:rect b="b" l="l" r="r" t="t"/>
              <a:pathLst>
                <a:path extrusionOk="0" h="47738" w="61005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1"/>
            <p:cNvSpPr/>
            <p:nvPr/>
          </p:nvSpPr>
          <p:spPr>
            <a:xfrm>
              <a:off x="240287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1"/>
            <p:cNvSpPr/>
            <p:nvPr/>
          </p:nvSpPr>
          <p:spPr>
            <a:xfrm>
              <a:off x="270097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1"/>
            <p:cNvSpPr/>
            <p:nvPr/>
          </p:nvSpPr>
          <p:spPr>
            <a:xfrm>
              <a:off x="2700975" y="3313800"/>
              <a:ext cx="534175" cy="334775"/>
            </a:xfrm>
            <a:custGeom>
              <a:rect b="b" l="l" r="r" t="t"/>
              <a:pathLst>
                <a:path extrusionOk="0" h="13391" w="21367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1"/>
            <p:cNvSpPr/>
            <p:nvPr/>
          </p:nvSpPr>
          <p:spPr>
            <a:xfrm>
              <a:off x="2700975" y="368110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1"/>
            <p:cNvSpPr/>
            <p:nvPr/>
          </p:nvSpPr>
          <p:spPr>
            <a:xfrm>
              <a:off x="2692850" y="3672950"/>
              <a:ext cx="551450" cy="352075"/>
            </a:xfrm>
            <a:custGeom>
              <a:rect b="b" l="l" r="r" t="t"/>
              <a:pathLst>
                <a:path extrusionOk="0" h="14083" w="22058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1"/>
            <p:cNvSpPr/>
            <p:nvPr/>
          </p:nvSpPr>
          <p:spPr>
            <a:xfrm>
              <a:off x="330432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1"/>
            <p:cNvSpPr/>
            <p:nvPr/>
          </p:nvSpPr>
          <p:spPr>
            <a:xfrm>
              <a:off x="3304325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1"/>
            <p:cNvSpPr/>
            <p:nvPr/>
          </p:nvSpPr>
          <p:spPr>
            <a:xfrm>
              <a:off x="3173075" y="2324875"/>
              <a:ext cx="135325" cy="249275"/>
            </a:xfrm>
            <a:custGeom>
              <a:rect b="b" l="l" r="r" t="t"/>
              <a:pathLst>
                <a:path extrusionOk="0" h="9971" w="5413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1"/>
            <p:cNvSpPr/>
            <p:nvPr/>
          </p:nvSpPr>
          <p:spPr>
            <a:xfrm>
              <a:off x="2390675" y="1910275"/>
              <a:ext cx="866850" cy="1118675"/>
            </a:xfrm>
            <a:custGeom>
              <a:rect b="b" l="l" r="r" t="t"/>
              <a:pathLst>
                <a:path extrusionOk="0" h="44747" w="34674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1"/>
            <p:cNvSpPr/>
            <p:nvPr/>
          </p:nvSpPr>
          <p:spPr>
            <a:xfrm>
              <a:off x="2431350" y="1943325"/>
              <a:ext cx="633900" cy="998125"/>
            </a:xfrm>
            <a:custGeom>
              <a:rect b="b" l="l" r="r" t="t"/>
              <a:pathLst>
                <a:path extrusionOk="0" h="39925" w="25356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1"/>
            <p:cNvSpPr/>
            <p:nvPr/>
          </p:nvSpPr>
          <p:spPr>
            <a:xfrm>
              <a:off x="2939050" y="2055250"/>
              <a:ext cx="304250" cy="177050"/>
            </a:xfrm>
            <a:custGeom>
              <a:rect b="b" l="l" r="r" t="t"/>
              <a:pathLst>
                <a:path extrusionOk="0" h="7082" w="1217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1"/>
            <p:cNvSpPr/>
            <p:nvPr/>
          </p:nvSpPr>
          <p:spPr>
            <a:xfrm>
              <a:off x="2382525" y="1901600"/>
              <a:ext cx="878075" cy="1136150"/>
            </a:xfrm>
            <a:custGeom>
              <a:rect b="b" l="l" r="r" t="t"/>
              <a:pathLst>
                <a:path extrusionOk="0" h="45446" w="35123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1"/>
            <p:cNvSpPr/>
            <p:nvPr/>
          </p:nvSpPr>
          <p:spPr>
            <a:xfrm>
              <a:off x="2417125" y="1742250"/>
              <a:ext cx="1039825" cy="903125"/>
            </a:xfrm>
            <a:custGeom>
              <a:rect b="b" l="l" r="r" t="t"/>
              <a:pathLst>
                <a:path extrusionOk="0" h="36125" w="41593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1"/>
            <p:cNvSpPr/>
            <p:nvPr/>
          </p:nvSpPr>
          <p:spPr>
            <a:xfrm>
              <a:off x="2435425" y="1733725"/>
              <a:ext cx="997100" cy="919800"/>
            </a:xfrm>
            <a:custGeom>
              <a:rect b="b" l="l" r="r" t="t"/>
              <a:pathLst>
                <a:path extrusionOk="0" h="36792" w="39884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1"/>
            <p:cNvSpPr/>
            <p:nvPr/>
          </p:nvSpPr>
          <p:spPr>
            <a:xfrm>
              <a:off x="2586000" y="2406000"/>
              <a:ext cx="59050" cy="52500"/>
            </a:xfrm>
            <a:custGeom>
              <a:rect b="b" l="l" r="r" t="t"/>
              <a:pathLst>
                <a:path extrusionOk="0" h="2100" w="2362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1"/>
            <p:cNvSpPr/>
            <p:nvPr/>
          </p:nvSpPr>
          <p:spPr>
            <a:xfrm>
              <a:off x="2671475" y="1981950"/>
              <a:ext cx="727475" cy="348225"/>
            </a:xfrm>
            <a:custGeom>
              <a:rect b="b" l="l" r="r" t="t"/>
              <a:pathLst>
                <a:path extrusionOk="0" h="13929" w="2909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1"/>
            <p:cNvSpPr/>
            <p:nvPr/>
          </p:nvSpPr>
          <p:spPr>
            <a:xfrm>
              <a:off x="2657225" y="2145625"/>
              <a:ext cx="358175" cy="400300"/>
            </a:xfrm>
            <a:custGeom>
              <a:rect b="b" l="l" r="r" t="t"/>
              <a:pathLst>
                <a:path extrusionOk="0" h="16012" w="14327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1"/>
            <p:cNvSpPr/>
            <p:nvPr/>
          </p:nvSpPr>
          <p:spPr>
            <a:xfrm>
              <a:off x="2814925" y="2364375"/>
              <a:ext cx="487375" cy="66325"/>
            </a:xfrm>
            <a:custGeom>
              <a:rect b="b" l="l" r="r" t="t"/>
              <a:pathLst>
                <a:path extrusionOk="0" h="2653" w="19495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1"/>
            <p:cNvSpPr/>
            <p:nvPr/>
          </p:nvSpPr>
          <p:spPr>
            <a:xfrm>
              <a:off x="2735575" y="2281825"/>
              <a:ext cx="160775" cy="314125"/>
            </a:xfrm>
            <a:custGeom>
              <a:rect b="b" l="l" r="r" t="t"/>
              <a:pathLst>
                <a:path extrusionOk="0" h="12565" w="6431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1"/>
            <p:cNvSpPr/>
            <p:nvPr/>
          </p:nvSpPr>
          <p:spPr>
            <a:xfrm>
              <a:off x="2734550" y="2272975"/>
              <a:ext cx="163825" cy="331700"/>
            </a:xfrm>
            <a:custGeom>
              <a:rect b="b" l="l" r="r" t="t"/>
              <a:pathLst>
                <a:path extrusionOk="0" h="13268" w="6553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1"/>
            <p:cNvSpPr/>
            <p:nvPr/>
          </p:nvSpPr>
          <p:spPr>
            <a:xfrm>
              <a:off x="1585875" y="4992575"/>
              <a:ext cx="2500875" cy="466000"/>
            </a:xfrm>
            <a:custGeom>
              <a:rect b="b" l="l" r="r" t="t"/>
              <a:pathLst>
                <a:path extrusionOk="0" h="18640" w="100035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1"/>
            <p:cNvSpPr/>
            <p:nvPr/>
          </p:nvSpPr>
          <p:spPr>
            <a:xfrm>
              <a:off x="1577750" y="4984425"/>
              <a:ext cx="2518150" cy="483300"/>
            </a:xfrm>
            <a:custGeom>
              <a:rect b="b" l="l" r="r" t="t"/>
              <a:pathLst>
                <a:path extrusionOk="0" h="19332" w="100726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1"/>
            <p:cNvSpPr/>
            <p:nvPr/>
          </p:nvSpPr>
          <p:spPr>
            <a:xfrm>
              <a:off x="1598100" y="2881400"/>
              <a:ext cx="1406100" cy="2341600"/>
            </a:xfrm>
            <a:custGeom>
              <a:rect b="b" l="l" r="r" t="t"/>
              <a:pathLst>
                <a:path extrusionOk="0" h="93664" w="5624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1"/>
            <p:cNvSpPr/>
            <p:nvPr/>
          </p:nvSpPr>
          <p:spPr>
            <a:xfrm>
              <a:off x="1631675" y="2921075"/>
              <a:ext cx="1264675" cy="2293325"/>
            </a:xfrm>
            <a:custGeom>
              <a:rect b="b" l="l" r="r" t="t"/>
              <a:pathLst>
                <a:path extrusionOk="0" h="91733" w="50587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1"/>
            <p:cNvSpPr/>
            <p:nvPr/>
          </p:nvSpPr>
          <p:spPr>
            <a:xfrm>
              <a:off x="2061025" y="3553925"/>
              <a:ext cx="189250" cy="494225"/>
            </a:xfrm>
            <a:custGeom>
              <a:rect b="b" l="l" r="r" t="t"/>
              <a:pathLst>
                <a:path extrusionOk="0" h="19769" w="757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1"/>
            <p:cNvSpPr/>
            <p:nvPr/>
          </p:nvSpPr>
          <p:spPr>
            <a:xfrm>
              <a:off x="2482225" y="4041475"/>
              <a:ext cx="199450" cy="202600"/>
            </a:xfrm>
            <a:custGeom>
              <a:rect b="b" l="l" r="r" t="t"/>
              <a:pathLst>
                <a:path extrusionOk="0" h="8104" w="7978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1"/>
            <p:cNvSpPr/>
            <p:nvPr/>
          </p:nvSpPr>
          <p:spPr>
            <a:xfrm>
              <a:off x="2361150" y="4252250"/>
              <a:ext cx="335775" cy="50525"/>
            </a:xfrm>
            <a:custGeom>
              <a:rect b="b" l="l" r="r" t="t"/>
              <a:pathLst>
                <a:path extrusionOk="0" h="2021" w="1343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1"/>
            <p:cNvSpPr/>
            <p:nvPr/>
          </p:nvSpPr>
          <p:spPr>
            <a:xfrm>
              <a:off x="2311300" y="4874800"/>
              <a:ext cx="481275" cy="353625"/>
            </a:xfrm>
            <a:custGeom>
              <a:rect b="b" l="l" r="r" t="t"/>
              <a:pathLst>
                <a:path extrusionOk="0" h="14145" w="19251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1"/>
            <p:cNvSpPr/>
            <p:nvPr/>
          </p:nvSpPr>
          <p:spPr>
            <a:xfrm>
              <a:off x="1614375" y="2872825"/>
              <a:ext cx="1385750" cy="2358850"/>
            </a:xfrm>
            <a:custGeom>
              <a:rect b="b" l="l" r="r" t="t"/>
              <a:pathLst>
                <a:path extrusionOk="0" h="94354" w="5543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1"/>
            <p:cNvSpPr/>
            <p:nvPr/>
          </p:nvSpPr>
          <p:spPr>
            <a:xfrm>
              <a:off x="2237025" y="2767550"/>
              <a:ext cx="724450" cy="471000"/>
            </a:xfrm>
            <a:custGeom>
              <a:rect b="b" l="l" r="r" t="t"/>
              <a:pathLst>
                <a:path extrusionOk="0" h="18840" w="28978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1"/>
            <p:cNvSpPr/>
            <p:nvPr/>
          </p:nvSpPr>
          <p:spPr>
            <a:xfrm>
              <a:off x="2237025" y="2767450"/>
              <a:ext cx="532150" cy="315425"/>
            </a:xfrm>
            <a:custGeom>
              <a:rect b="b" l="l" r="r" t="t"/>
              <a:pathLst>
                <a:path extrusionOk="0" h="12617" w="21286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1"/>
            <p:cNvSpPr/>
            <p:nvPr/>
          </p:nvSpPr>
          <p:spPr>
            <a:xfrm>
              <a:off x="2227875" y="2759300"/>
              <a:ext cx="742750" cy="488050"/>
            </a:xfrm>
            <a:custGeom>
              <a:rect b="b" l="l" r="r" t="t"/>
              <a:pathLst>
                <a:path extrusionOk="0" h="19522" w="2971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1"/>
            <p:cNvSpPr/>
            <p:nvPr/>
          </p:nvSpPr>
          <p:spPr>
            <a:xfrm>
              <a:off x="3860850" y="4333950"/>
              <a:ext cx="672550" cy="470425"/>
            </a:xfrm>
            <a:custGeom>
              <a:rect b="b" l="l" r="r" t="t"/>
              <a:pathLst>
                <a:path extrusionOk="0" h="18817" w="26902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1"/>
            <p:cNvSpPr/>
            <p:nvPr/>
          </p:nvSpPr>
          <p:spPr>
            <a:xfrm>
              <a:off x="3852700" y="4326150"/>
              <a:ext cx="674575" cy="486350"/>
            </a:xfrm>
            <a:custGeom>
              <a:rect b="b" l="l" r="r" t="t"/>
              <a:pathLst>
                <a:path extrusionOk="0" h="19454" w="26983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1"/>
            <p:cNvSpPr/>
            <p:nvPr/>
          </p:nvSpPr>
          <p:spPr>
            <a:xfrm>
              <a:off x="4208800" y="4389225"/>
              <a:ext cx="212675" cy="101775"/>
            </a:xfrm>
            <a:custGeom>
              <a:rect b="b" l="l" r="r" t="t"/>
              <a:pathLst>
                <a:path extrusionOk="0" h="4071" w="8507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1"/>
            <p:cNvSpPr/>
            <p:nvPr/>
          </p:nvSpPr>
          <p:spPr>
            <a:xfrm>
              <a:off x="4107075" y="4395325"/>
              <a:ext cx="78350" cy="56000"/>
            </a:xfrm>
            <a:custGeom>
              <a:rect b="b" l="l" r="r" t="t"/>
              <a:pathLst>
                <a:path extrusionOk="0" h="2240" w="3134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1"/>
            <p:cNvSpPr/>
            <p:nvPr/>
          </p:nvSpPr>
          <p:spPr>
            <a:xfrm>
              <a:off x="3132375" y="4321475"/>
              <a:ext cx="590625" cy="357750"/>
            </a:xfrm>
            <a:custGeom>
              <a:rect b="b" l="l" r="r" t="t"/>
              <a:pathLst>
                <a:path extrusionOk="0" h="14310" w="23625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1"/>
            <p:cNvSpPr/>
            <p:nvPr/>
          </p:nvSpPr>
          <p:spPr>
            <a:xfrm>
              <a:off x="3136450" y="4312925"/>
              <a:ext cx="579950" cy="374425"/>
            </a:xfrm>
            <a:custGeom>
              <a:rect b="b" l="l" r="r" t="t"/>
              <a:pathLst>
                <a:path extrusionOk="0" h="14977" w="23198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1"/>
            <p:cNvSpPr/>
            <p:nvPr/>
          </p:nvSpPr>
          <p:spPr>
            <a:xfrm>
              <a:off x="3444725" y="4365825"/>
              <a:ext cx="110925" cy="69225"/>
            </a:xfrm>
            <a:custGeom>
              <a:rect b="b" l="l" r="r" t="t"/>
              <a:pathLst>
                <a:path extrusionOk="0" h="2769" w="4437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1"/>
            <p:cNvSpPr/>
            <p:nvPr/>
          </p:nvSpPr>
          <p:spPr>
            <a:xfrm>
              <a:off x="3362300" y="4339625"/>
              <a:ext cx="85500" cy="62600"/>
            </a:xfrm>
            <a:custGeom>
              <a:rect b="b" l="l" r="r" t="t"/>
              <a:pathLst>
                <a:path extrusionOk="0" h="2504" w="342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1"/>
            <p:cNvSpPr/>
            <p:nvPr/>
          </p:nvSpPr>
          <p:spPr>
            <a:xfrm>
              <a:off x="2535150" y="3264975"/>
              <a:ext cx="1519025" cy="2054400"/>
            </a:xfrm>
            <a:custGeom>
              <a:rect b="b" l="l" r="r" t="t"/>
              <a:pathLst>
                <a:path extrusionOk="0" h="82176" w="60761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1"/>
            <p:cNvSpPr/>
            <p:nvPr/>
          </p:nvSpPr>
          <p:spPr>
            <a:xfrm>
              <a:off x="2553450" y="3316850"/>
              <a:ext cx="1490550" cy="2002325"/>
            </a:xfrm>
            <a:custGeom>
              <a:rect b="b" l="l" r="r" t="t"/>
              <a:pathLst>
                <a:path extrusionOk="0" h="80093" w="59622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1"/>
            <p:cNvSpPr/>
            <p:nvPr/>
          </p:nvSpPr>
          <p:spPr>
            <a:xfrm>
              <a:off x="2545325" y="3256325"/>
              <a:ext cx="1502750" cy="2072025"/>
            </a:xfrm>
            <a:custGeom>
              <a:rect b="b" l="l" r="r" t="t"/>
              <a:pathLst>
                <a:path extrusionOk="0" h="82881" w="6011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1"/>
            <p:cNvSpPr/>
            <p:nvPr/>
          </p:nvSpPr>
          <p:spPr>
            <a:xfrm>
              <a:off x="3802850" y="4638300"/>
              <a:ext cx="175025" cy="233225"/>
            </a:xfrm>
            <a:custGeom>
              <a:rect b="b" l="l" r="r" t="t"/>
              <a:pathLst>
                <a:path extrusionOk="0" h="9329" w="7001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1"/>
            <p:cNvSpPr/>
            <p:nvPr/>
          </p:nvSpPr>
          <p:spPr>
            <a:xfrm>
              <a:off x="975425" y="2808800"/>
              <a:ext cx="1312500" cy="2649775"/>
            </a:xfrm>
            <a:custGeom>
              <a:rect b="b" l="l" r="r" t="t"/>
              <a:pathLst>
                <a:path extrusionOk="0" h="105991" w="5250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1"/>
            <p:cNvSpPr/>
            <p:nvPr/>
          </p:nvSpPr>
          <p:spPr>
            <a:xfrm>
              <a:off x="966275" y="2801025"/>
              <a:ext cx="1330800" cy="2666700"/>
            </a:xfrm>
            <a:custGeom>
              <a:rect b="b" l="l" r="r" t="t"/>
              <a:pathLst>
                <a:path extrusionOk="0" h="106668" w="53232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1"/>
            <p:cNvSpPr/>
            <p:nvPr/>
          </p:nvSpPr>
          <p:spPr>
            <a:xfrm>
              <a:off x="474850" y="2774800"/>
              <a:ext cx="1737800" cy="2683775"/>
            </a:xfrm>
            <a:custGeom>
              <a:rect b="b" l="l" r="r" t="t"/>
              <a:pathLst>
                <a:path extrusionOk="0" h="107351" w="69512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1"/>
            <p:cNvSpPr/>
            <p:nvPr/>
          </p:nvSpPr>
          <p:spPr>
            <a:xfrm>
              <a:off x="469775" y="2766425"/>
              <a:ext cx="1751000" cy="2701300"/>
            </a:xfrm>
            <a:custGeom>
              <a:rect b="b" l="l" r="r" t="t"/>
              <a:pathLst>
                <a:path extrusionOk="0" h="108052" w="7004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1"/>
            <p:cNvSpPr/>
            <p:nvPr/>
          </p:nvSpPr>
          <p:spPr>
            <a:xfrm>
              <a:off x="1026300" y="5458550"/>
              <a:ext cx="6114750" cy="25"/>
            </a:xfrm>
            <a:custGeom>
              <a:rect b="b" l="l" r="r" t="t"/>
              <a:pathLst>
                <a:path extrusionOk="0" h="1" w="24459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1"/>
            <p:cNvSpPr/>
            <p:nvPr/>
          </p:nvSpPr>
          <p:spPr>
            <a:xfrm>
              <a:off x="1017150" y="5450400"/>
              <a:ext cx="6132050" cy="17325"/>
            </a:xfrm>
            <a:custGeom>
              <a:rect b="b" l="l" r="r" t="t"/>
              <a:pathLst>
                <a:path extrusionOk="0" h="693" w="245282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80" name="Google Shape;1880;p1"/>
          <p:cNvSpPr txBox="1"/>
          <p:nvPr>
            <p:ph type="ctrTitle"/>
          </p:nvPr>
        </p:nvSpPr>
        <p:spPr>
          <a:xfrm>
            <a:off x="5200924" y="2110663"/>
            <a:ext cx="38445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5000"/>
              <a:t>Career Assistant Program</a:t>
            </a:r>
            <a:endParaRPr sz="5000">
              <a:solidFill>
                <a:schemeClr val="dk2"/>
              </a:solidFill>
            </a:endParaRPr>
          </a:p>
        </p:txBody>
      </p:sp>
      <p:sp>
        <p:nvSpPr>
          <p:cNvPr id="1881" name="Google Shape;1881;p1"/>
          <p:cNvSpPr txBox="1"/>
          <p:nvPr>
            <p:ph idx="1" type="subTitle"/>
          </p:nvPr>
        </p:nvSpPr>
        <p:spPr>
          <a:xfrm>
            <a:off x="5299499" y="3947325"/>
            <a:ext cx="38445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2300">
                <a:latin typeface="Barlow Semi Condensed"/>
                <a:ea typeface="Barlow Semi Condensed"/>
                <a:cs typeface="Barlow Semi Condensed"/>
                <a:sym typeface="Barlow Semi Condensed"/>
              </a:rPr>
              <a:t>By: Calvin Mitchell, Danielle Devose, Nathaniel Washington, and </a:t>
            </a:r>
            <a:r>
              <a:rPr b="1" lang="en" sz="2300">
                <a:latin typeface="Barlow Semi Condensed"/>
                <a:ea typeface="Barlow Semi Condensed"/>
                <a:cs typeface="Barlow Semi Condensed"/>
                <a:sym typeface="Barlow Semi Condensed"/>
              </a:rPr>
              <a:t>Jeremy</a:t>
            </a:r>
            <a:r>
              <a:rPr b="1" lang="en" sz="23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Metellus </a:t>
            </a:r>
            <a:endParaRPr b="1" sz="2300">
              <a:solidFill>
                <a:schemeClr val="accent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6" name="Google Shape;1886;p3"/>
          <p:cNvGrpSpPr/>
          <p:nvPr/>
        </p:nvGrpSpPr>
        <p:grpSpPr>
          <a:xfrm>
            <a:off x="4353766" y="1510458"/>
            <a:ext cx="4430405" cy="3106404"/>
            <a:chOff x="862950" y="825025"/>
            <a:chExt cx="5862650" cy="4111175"/>
          </a:xfrm>
        </p:grpSpPr>
        <p:sp>
          <p:nvSpPr>
            <p:cNvPr id="1887" name="Google Shape;1887;p3"/>
            <p:cNvSpPr/>
            <p:nvPr/>
          </p:nvSpPr>
          <p:spPr>
            <a:xfrm>
              <a:off x="918425" y="825150"/>
              <a:ext cx="5767425" cy="4096250"/>
            </a:xfrm>
            <a:custGeom>
              <a:rect b="b" l="l" r="r" t="t"/>
              <a:pathLst>
                <a:path extrusionOk="0" h="163850" w="230697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3"/>
            <p:cNvSpPr/>
            <p:nvPr/>
          </p:nvSpPr>
          <p:spPr>
            <a:xfrm>
              <a:off x="934125" y="825025"/>
              <a:ext cx="5751725" cy="4096375"/>
            </a:xfrm>
            <a:custGeom>
              <a:rect b="b" l="l" r="r" t="t"/>
              <a:pathLst>
                <a:path extrusionOk="0" h="163855" w="230069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3"/>
            <p:cNvSpPr/>
            <p:nvPr/>
          </p:nvSpPr>
          <p:spPr>
            <a:xfrm>
              <a:off x="3502650" y="1514850"/>
              <a:ext cx="2496475" cy="3178275"/>
            </a:xfrm>
            <a:custGeom>
              <a:rect b="b" l="l" r="r" t="t"/>
              <a:pathLst>
                <a:path extrusionOk="0" h="127131" w="99859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3"/>
            <p:cNvSpPr/>
            <p:nvPr/>
          </p:nvSpPr>
          <p:spPr>
            <a:xfrm>
              <a:off x="3547025" y="1507125"/>
              <a:ext cx="2405875" cy="3193375"/>
            </a:xfrm>
            <a:custGeom>
              <a:rect b="b" l="l" r="r" t="t"/>
              <a:pathLst>
                <a:path extrusionOk="0" h="127735" w="96235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3"/>
            <p:cNvSpPr/>
            <p:nvPr/>
          </p:nvSpPr>
          <p:spPr>
            <a:xfrm>
              <a:off x="4746725" y="1839875"/>
              <a:ext cx="464000" cy="184875"/>
            </a:xfrm>
            <a:custGeom>
              <a:rect b="b" l="l" r="r" t="t"/>
              <a:pathLst>
                <a:path extrusionOk="0" h="7395" w="1856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3"/>
            <p:cNvSpPr/>
            <p:nvPr/>
          </p:nvSpPr>
          <p:spPr>
            <a:xfrm>
              <a:off x="5240275" y="1582925"/>
              <a:ext cx="685825" cy="691375"/>
            </a:xfrm>
            <a:custGeom>
              <a:rect b="b" l="l" r="r" t="t"/>
              <a:pathLst>
                <a:path extrusionOk="0" h="27655" w="27433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3"/>
            <p:cNvSpPr/>
            <p:nvPr/>
          </p:nvSpPr>
          <p:spPr>
            <a:xfrm>
              <a:off x="5406650" y="1584775"/>
              <a:ext cx="438125" cy="367875"/>
            </a:xfrm>
            <a:custGeom>
              <a:rect b="b" l="l" r="r" t="t"/>
              <a:pathLst>
                <a:path extrusionOk="0" h="14715" w="17525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3"/>
            <p:cNvSpPr/>
            <p:nvPr/>
          </p:nvSpPr>
          <p:spPr>
            <a:xfrm>
              <a:off x="4434325" y="2717300"/>
              <a:ext cx="1258875" cy="2210575"/>
            </a:xfrm>
            <a:custGeom>
              <a:rect b="b" l="l" r="r" t="t"/>
              <a:pathLst>
                <a:path extrusionOk="0" h="88423" w="50355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3"/>
            <p:cNvSpPr/>
            <p:nvPr/>
          </p:nvSpPr>
          <p:spPr>
            <a:xfrm>
              <a:off x="4426000" y="2709600"/>
              <a:ext cx="1275500" cy="2226600"/>
            </a:xfrm>
            <a:custGeom>
              <a:rect b="b" l="l" r="r" t="t"/>
              <a:pathLst>
                <a:path extrusionOk="0" h="89064" w="5102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3"/>
            <p:cNvSpPr/>
            <p:nvPr/>
          </p:nvSpPr>
          <p:spPr>
            <a:xfrm>
              <a:off x="5009200" y="2762300"/>
              <a:ext cx="495450" cy="732950"/>
            </a:xfrm>
            <a:custGeom>
              <a:rect b="b" l="l" r="r" t="t"/>
              <a:pathLst>
                <a:path extrusionOk="0" h="29318" w="19818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3"/>
            <p:cNvSpPr/>
            <p:nvPr/>
          </p:nvSpPr>
          <p:spPr>
            <a:xfrm>
              <a:off x="5024925" y="2762300"/>
              <a:ext cx="478800" cy="363925"/>
            </a:xfrm>
            <a:custGeom>
              <a:rect b="b" l="l" r="r" t="t"/>
              <a:pathLst>
                <a:path extrusionOk="0" h="14557" w="19152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3"/>
            <p:cNvSpPr/>
            <p:nvPr/>
          </p:nvSpPr>
          <p:spPr>
            <a:xfrm>
              <a:off x="5031400" y="2805725"/>
              <a:ext cx="452900" cy="320750"/>
            </a:xfrm>
            <a:custGeom>
              <a:rect b="b" l="l" r="r" t="t"/>
              <a:pathLst>
                <a:path extrusionOk="0" h="12830" w="18116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3"/>
            <p:cNvSpPr/>
            <p:nvPr/>
          </p:nvSpPr>
          <p:spPr>
            <a:xfrm>
              <a:off x="5001825" y="2754200"/>
              <a:ext cx="510200" cy="748450"/>
            </a:xfrm>
            <a:custGeom>
              <a:rect b="b" l="l" r="r" t="t"/>
              <a:pathLst>
                <a:path extrusionOk="0" h="29938" w="20408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3"/>
            <p:cNvSpPr/>
            <p:nvPr/>
          </p:nvSpPr>
          <p:spPr>
            <a:xfrm>
              <a:off x="5354875" y="2859575"/>
              <a:ext cx="133125" cy="419400"/>
            </a:xfrm>
            <a:custGeom>
              <a:rect b="b" l="l" r="r" t="t"/>
              <a:pathLst>
                <a:path extrusionOk="0" h="16776" w="5325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3"/>
            <p:cNvSpPr/>
            <p:nvPr/>
          </p:nvSpPr>
          <p:spPr>
            <a:xfrm>
              <a:off x="3913950" y="2701900"/>
              <a:ext cx="2461350" cy="2225975"/>
            </a:xfrm>
            <a:custGeom>
              <a:rect b="b" l="l" r="r" t="t"/>
              <a:pathLst>
                <a:path extrusionOk="0" h="89039" w="98454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3"/>
            <p:cNvSpPr/>
            <p:nvPr/>
          </p:nvSpPr>
          <p:spPr>
            <a:xfrm>
              <a:off x="5139525" y="3731850"/>
              <a:ext cx="1235775" cy="1196025"/>
            </a:xfrm>
            <a:custGeom>
              <a:rect b="b" l="l" r="r" t="t"/>
              <a:pathLst>
                <a:path extrusionOk="0" h="47841" w="49431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3"/>
            <p:cNvSpPr/>
            <p:nvPr/>
          </p:nvSpPr>
          <p:spPr>
            <a:xfrm>
              <a:off x="3913950" y="3766050"/>
              <a:ext cx="429825" cy="1161825"/>
            </a:xfrm>
            <a:custGeom>
              <a:rect b="b" l="l" r="r" t="t"/>
              <a:pathLst>
                <a:path extrusionOk="0" h="46473" w="17193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3"/>
            <p:cNvSpPr/>
            <p:nvPr/>
          </p:nvSpPr>
          <p:spPr>
            <a:xfrm>
              <a:off x="5142300" y="4519325"/>
              <a:ext cx="933525" cy="401150"/>
            </a:xfrm>
            <a:custGeom>
              <a:rect b="b" l="l" r="r" t="t"/>
              <a:pathLst>
                <a:path extrusionOk="0" h="16046" w="37341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3"/>
            <p:cNvSpPr/>
            <p:nvPr/>
          </p:nvSpPr>
          <p:spPr>
            <a:xfrm>
              <a:off x="3925975" y="4024850"/>
              <a:ext cx="355850" cy="895625"/>
            </a:xfrm>
            <a:custGeom>
              <a:rect b="b" l="l" r="r" t="t"/>
              <a:pathLst>
                <a:path extrusionOk="0" h="35825" w="14234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3"/>
            <p:cNvSpPr/>
            <p:nvPr/>
          </p:nvSpPr>
          <p:spPr>
            <a:xfrm>
              <a:off x="3906550" y="2694575"/>
              <a:ext cx="2476150" cy="2241625"/>
            </a:xfrm>
            <a:custGeom>
              <a:rect b="b" l="l" r="r" t="t"/>
              <a:pathLst>
                <a:path extrusionOk="0" h="89665" w="99046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3"/>
            <p:cNvSpPr/>
            <p:nvPr/>
          </p:nvSpPr>
          <p:spPr>
            <a:xfrm>
              <a:off x="4643200" y="2691125"/>
              <a:ext cx="389150" cy="1764450"/>
            </a:xfrm>
            <a:custGeom>
              <a:rect b="b" l="l" r="r" t="t"/>
              <a:pathLst>
                <a:path extrusionOk="0" h="70578" w="15566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3"/>
            <p:cNvSpPr/>
            <p:nvPr/>
          </p:nvSpPr>
          <p:spPr>
            <a:xfrm>
              <a:off x="5353025" y="2758425"/>
              <a:ext cx="360500" cy="1559225"/>
            </a:xfrm>
            <a:custGeom>
              <a:rect b="b" l="l" r="r" t="t"/>
              <a:pathLst>
                <a:path extrusionOk="0" h="62369" w="1442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3"/>
            <p:cNvSpPr/>
            <p:nvPr/>
          </p:nvSpPr>
          <p:spPr>
            <a:xfrm>
              <a:off x="4686650" y="3654175"/>
              <a:ext cx="1109125" cy="736700"/>
            </a:xfrm>
            <a:custGeom>
              <a:rect b="b" l="l" r="r" t="t"/>
              <a:pathLst>
                <a:path extrusionOk="0" h="29468" w="44365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3"/>
            <p:cNvSpPr/>
            <p:nvPr/>
          </p:nvSpPr>
          <p:spPr>
            <a:xfrm>
              <a:off x="5364125" y="3758650"/>
              <a:ext cx="397450" cy="161775"/>
            </a:xfrm>
            <a:custGeom>
              <a:rect b="b" l="l" r="r" t="t"/>
              <a:pathLst>
                <a:path extrusionOk="0" h="6471" w="15898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3"/>
            <p:cNvSpPr/>
            <p:nvPr/>
          </p:nvSpPr>
          <p:spPr>
            <a:xfrm>
              <a:off x="4686650" y="3815025"/>
              <a:ext cx="824450" cy="575850"/>
            </a:xfrm>
            <a:custGeom>
              <a:rect b="b" l="l" r="r" t="t"/>
              <a:pathLst>
                <a:path extrusionOk="0" h="23034" w="32978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3"/>
            <p:cNvSpPr/>
            <p:nvPr/>
          </p:nvSpPr>
          <p:spPr>
            <a:xfrm>
              <a:off x="5364125" y="3758650"/>
              <a:ext cx="329075" cy="154375"/>
            </a:xfrm>
            <a:custGeom>
              <a:rect b="b" l="l" r="r" t="t"/>
              <a:pathLst>
                <a:path extrusionOk="0" h="6175" w="13163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3"/>
            <p:cNvSpPr/>
            <p:nvPr/>
          </p:nvSpPr>
          <p:spPr>
            <a:xfrm>
              <a:off x="4747650" y="3832600"/>
              <a:ext cx="740350" cy="496350"/>
            </a:xfrm>
            <a:custGeom>
              <a:rect b="b" l="l" r="r" t="t"/>
              <a:pathLst>
                <a:path extrusionOk="0" h="19854" w="29614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3"/>
            <p:cNvSpPr/>
            <p:nvPr/>
          </p:nvSpPr>
          <p:spPr>
            <a:xfrm>
              <a:off x="5105325" y="4022100"/>
              <a:ext cx="42550" cy="68175"/>
            </a:xfrm>
            <a:custGeom>
              <a:rect b="b" l="l" r="r" t="t"/>
              <a:pathLst>
                <a:path extrusionOk="0" h="2727" w="1702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3"/>
            <p:cNvSpPr/>
            <p:nvPr/>
          </p:nvSpPr>
          <p:spPr>
            <a:xfrm>
              <a:off x="5196825" y="3955100"/>
              <a:ext cx="80450" cy="159375"/>
            </a:xfrm>
            <a:custGeom>
              <a:rect b="b" l="l" r="r" t="t"/>
              <a:pathLst>
                <a:path extrusionOk="0" h="6375" w="3218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3"/>
            <p:cNvSpPr/>
            <p:nvPr/>
          </p:nvSpPr>
          <p:spPr>
            <a:xfrm>
              <a:off x="5292025" y="3860550"/>
              <a:ext cx="109100" cy="194575"/>
            </a:xfrm>
            <a:custGeom>
              <a:rect b="b" l="l" r="r" t="t"/>
              <a:pathLst>
                <a:path extrusionOk="0" h="7783" w="4364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3"/>
            <p:cNvSpPr/>
            <p:nvPr/>
          </p:nvSpPr>
          <p:spPr>
            <a:xfrm>
              <a:off x="4678325" y="3645900"/>
              <a:ext cx="1122075" cy="752975"/>
            </a:xfrm>
            <a:custGeom>
              <a:rect b="b" l="l" r="r" t="t"/>
              <a:pathLst>
                <a:path extrusionOk="0" h="30119" w="44883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3"/>
            <p:cNvSpPr/>
            <p:nvPr/>
          </p:nvSpPr>
          <p:spPr>
            <a:xfrm>
              <a:off x="3709700" y="2698525"/>
              <a:ext cx="1055525" cy="2070975"/>
            </a:xfrm>
            <a:custGeom>
              <a:rect b="b" l="l" r="r" t="t"/>
              <a:pathLst>
                <a:path extrusionOk="0" h="82839" w="42221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3"/>
            <p:cNvSpPr/>
            <p:nvPr/>
          </p:nvSpPr>
          <p:spPr>
            <a:xfrm>
              <a:off x="3709700" y="3396325"/>
              <a:ext cx="1024100" cy="1373175"/>
            </a:xfrm>
            <a:custGeom>
              <a:rect b="b" l="l" r="r" t="t"/>
              <a:pathLst>
                <a:path extrusionOk="0" h="54927" w="40964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3"/>
            <p:cNvSpPr/>
            <p:nvPr/>
          </p:nvSpPr>
          <p:spPr>
            <a:xfrm>
              <a:off x="3718000" y="3645900"/>
              <a:ext cx="1007475" cy="1115600"/>
            </a:xfrm>
            <a:custGeom>
              <a:rect b="b" l="l" r="r" t="t"/>
              <a:pathLst>
                <a:path extrusionOk="0" h="44624" w="40299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3"/>
            <p:cNvSpPr/>
            <p:nvPr/>
          </p:nvSpPr>
          <p:spPr>
            <a:xfrm>
              <a:off x="3702300" y="2691125"/>
              <a:ext cx="1071250" cy="2086100"/>
            </a:xfrm>
            <a:custGeom>
              <a:rect b="b" l="l" r="r" t="t"/>
              <a:pathLst>
                <a:path extrusionOk="0" h="83444" w="4285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3"/>
            <p:cNvSpPr/>
            <p:nvPr/>
          </p:nvSpPr>
          <p:spPr>
            <a:xfrm>
              <a:off x="4389950" y="3681000"/>
              <a:ext cx="277300" cy="403025"/>
            </a:xfrm>
            <a:custGeom>
              <a:rect b="b" l="l" r="r" t="t"/>
              <a:pathLst>
                <a:path extrusionOk="0" h="16121" w="11092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3"/>
            <p:cNvSpPr/>
            <p:nvPr/>
          </p:nvSpPr>
          <p:spPr>
            <a:xfrm>
              <a:off x="4381625" y="3673250"/>
              <a:ext cx="293950" cy="419075"/>
            </a:xfrm>
            <a:custGeom>
              <a:rect b="b" l="l" r="r" t="t"/>
              <a:pathLst>
                <a:path extrusionOk="0" h="16763" w="11758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3"/>
            <p:cNvSpPr/>
            <p:nvPr/>
          </p:nvSpPr>
          <p:spPr>
            <a:xfrm>
              <a:off x="4512875" y="3582125"/>
              <a:ext cx="70275" cy="158075"/>
            </a:xfrm>
            <a:custGeom>
              <a:rect b="b" l="l" r="r" t="t"/>
              <a:pathLst>
                <a:path extrusionOk="0" h="6323" w="2811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3"/>
            <p:cNvSpPr/>
            <p:nvPr/>
          </p:nvSpPr>
          <p:spPr>
            <a:xfrm>
              <a:off x="4505475" y="3574725"/>
              <a:ext cx="85075" cy="172850"/>
            </a:xfrm>
            <a:custGeom>
              <a:rect b="b" l="l" r="r" t="t"/>
              <a:pathLst>
                <a:path extrusionOk="0" h="6914" w="3403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3"/>
            <p:cNvSpPr/>
            <p:nvPr/>
          </p:nvSpPr>
          <p:spPr>
            <a:xfrm>
              <a:off x="5426975" y="3461900"/>
              <a:ext cx="1298625" cy="1073150"/>
            </a:xfrm>
            <a:custGeom>
              <a:rect b="b" l="l" r="r" t="t"/>
              <a:pathLst>
                <a:path extrusionOk="0" h="42926" w="51945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3"/>
            <p:cNvSpPr/>
            <p:nvPr/>
          </p:nvSpPr>
          <p:spPr>
            <a:xfrm>
              <a:off x="5426975" y="3453650"/>
              <a:ext cx="1297700" cy="1088800"/>
            </a:xfrm>
            <a:custGeom>
              <a:rect b="b" l="l" r="r" t="t"/>
              <a:pathLst>
                <a:path extrusionOk="0" h="43552" w="51908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3"/>
            <p:cNvSpPr/>
            <p:nvPr/>
          </p:nvSpPr>
          <p:spPr>
            <a:xfrm>
              <a:off x="5548050" y="4175700"/>
              <a:ext cx="53625" cy="94825"/>
            </a:xfrm>
            <a:custGeom>
              <a:rect b="b" l="l" r="r" t="t"/>
              <a:pathLst>
                <a:path extrusionOk="0" h="3793" w="2145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3"/>
            <p:cNvSpPr/>
            <p:nvPr/>
          </p:nvSpPr>
          <p:spPr>
            <a:xfrm>
              <a:off x="5610900" y="3469350"/>
              <a:ext cx="451075" cy="661600"/>
            </a:xfrm>
            <a:custGeom>
              <a:rect b="b" l="l" r="r" t="t"/>
              <a:pathLst>
                <a:path extrusionOk="0" h="26464" w="18043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3"/>
            <p:cNvSpPr/>
            <p:nvPr/>
          </p:nvSpPr>
          <p:spPr>
            <a:xfrm>
              <a:off x="6081350" y="3473050"/>
              <a:ext cx="74900" cy="17575"/>
            </a:xfrm>
            <a:custGeom>
              <a:rect b="b" l="l" r="r" t="t"/>
              <a:pathLst>
                <a:path extrusionOk="0" h="703" w="2996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3"/>
            <p:cNvSpPr/>
            <p:nvPr/>
          </p:nvSpPr>
          <p:spPr>
            <a:xfrm>
              <a:off x="6350325" y="4060025"/>
              <a:ext cx="263225" cy="113650"/>
            </a:xfrm>
            <a:custGeom>
              <a:rect b="b" l="l" r="r" t="t"/>
              <a:pathLst>
                <a:path extrusionOk="0" h="4546" w="10529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3"/>
            <p:cNvSpPr/>
            <p:nvPr/>
          </p:nvSpPr>
          <p:spPr>
            <a:xfrm>
              <a:off x="6386375" y="4075675"/>
              <a:ext cx="210750" cy="90600"/>
            </a:xfrm>
            <a:custGeom>
              <a:rect b="b" l="l" r="r" t="t"/>
              <a:pathLst>
                <a:path extrusionOk="0" h="3624" w="843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3"/>
            <p:cNvSpPr/>
            <p:nvPr/>
          </p:nvSpPr>
          <p:spPr>
            <a:xfrm>
              <a:off x="6371575" y="4051650"/>
              <a:ext cx="240325" cy="130350"/>
            </a:xfrm>
            <a:custGeom>
              <a:rect b="b" l="l" r="r" t="t"/>
              <a:pathLst>
                <a:path extrusionOk="0" h="5214" w="9613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3"/>
            <p:cNvSpPr/>
            <p:nvPr/>
          </p:nvSpPr>
          <p:spPr>
            <a:xfrm>
              <a:off x="6319825" y="3967450"/>
              <a:ext cx="358550" cy="155375"/>
            </a:xfrm>
            <a:custGeom>
              <a:rect b="b" l="l" r="r" t="t"/>
              <a:pathLst>
                <a:path extrusionOk="0" h="6215" w="14342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3"/>
            <p:cNvSpPr/>
            <p:nvPr/>
          </p:nvSpPr>
          <p:spPr>
            <a:xfrm>
              <a:off x="6366950" y="3975850"/>
              <a:ext cx="291175" cy="139600"/>
            </a:xfrm>
            <a:custGeom>
              <a:rect b="b" l="l" r="r" t="t"/>
              <a:pathLst>
                <a:path extrusionOk="0" h="5584" w="11647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3"/>
            <p:cNvSpPr/>
            <p:nvPr/>
          </p:nvSpPr>
          <p:spPr>
            <a:xfrm>
              <a:off x="6351250" y="3960150"/>
              <a:ext cx="321650" cy="170075"/>
            </a:xfrm>
            <a:custGeom>
              <a:rect b="b" l="l" r="r" t="t"/>
              <a:pathLst>
                <a:path extrusionOk="0" h="6803" w="12866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3"/>
            <p:cNvSpPr/>
            <p:nvPr/>
          </p:nvSpPr>
          <p:spPr>
            <a:xfrm>
              <a:off x="6287475" y="3882150"/>
              <a:ext cx="392175" cy="169525"/>
            </a:xfrm>
            <a:custGeom>
              <a:rect b="b" l="l" r="r" t="t"/>
              <a:pathLst>
                <a:path extrusionOk="0" h="6781" w="15687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3"/>
            <p:cNvSpPr/>
            <p:nvPr/>
          </p:nvSpPr>
          <p:spPr>
            <a:xfrm>
              <a:off x="6338300" y="3891750"/>
              <a:ext cx="320750" cy="152525"/>
            </a:xfrm>
            <a:custGeom>
              <a:rect b="b" l="l" r="r" t="t"/>
              <a:pathLst>
                <a:path extrusionOk="0" h="6101" w="1283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3"/>
            <p:cNvSpPr/>
            <p:nvPr/>
          </p:nvSpPr>
          <p:spPr>
            <a:xfrm>
              <a:off x="6323525" y="3874175"/>
              <a:ext cx="350300" cy="184875"/>
            </a:xfrm>
            <a:custGeom>
              <a:rect b="b" l="l" r="r" t="t"/>
              <a:pathLst>
                <a:path extrusionOk="0" h="7395" w="14012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3"/>
            <p:cNvSpPr/>
            <p:nvPr/>
          </p:nvSpPr>
          <p:spPr>
            <a:xfrm>
              <a:off x="6297625" y="3803775"/>
              <a:ext cx="392475" cy="169325"/>
            </a:xfrm>
            <a:custGeom>
              <a:rect b="b" l="l" r="r" t="t"/>
              <a:pathLst>
                <a:path extrusionOk="0" h="6773" w="15699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3"/>
            <p:cNvSpPr/>
            <p:nvPr/>
          </p:nvSpPr>
          <p:spPr>
            <a:xfrm>
              <a:off x="6341075" y="3803950"/>
              <a:ext cx="335525" cy="169150"/>
            </a:xfrm>
            <a:custGeom>
              <a:rect b="b" l="l" r="r" t="t"/>
              <a:pathLst>
                <a:path extrusionOk="0" h="6766" w="13421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3"/>
            <p:cNvSpPr/>
            <p:nvPr/>
          </p:nvSpPr>
          <p:spPr>
            <a:xfrm>
              <a:off x="6333675" y="3795625"/>
              <a:ext cx="350325" cy="185800"/>
            </a:xfrm>
            <a:custGeom>
              <a:rect b="b" l="l" r="r" t="t"/>
              <a:pathLst>
                <a:path extrusionOk="0" h="7432" w="14013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3"/>
            <p:cNvSpPr/>
            <p:nvPr/>
          </p:nvSpPr>
          <p:spPr>
            <a:xfrm>
              <a:off x="4942650" y="1866675"/>
              <a:ext cx="849425" cy="1047800"/>
            </a:xfrm>
            <a:custGeom>
              <a:rect b="b" l="l" r="r" t="t"/>
              <a:pathLst>
                <a:path extrusionOk="0" h="41912" w="33977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3"/>
            <p:cNvSpPr/>
            <p:nvPr/>
          </p:nvSpPr>
          <p:spPr>
            <a:xfrm>
              <a:off x="4970400" y="1866675"/>
              <a:ext cx="695050" cy="401125"/>
            </a:xfrm>
            <a:custGeom>
              <a:rect b="b" l="l" r="r" t="t"/>
              <a:pathLst>
                <a:path extrusionOk="0" h="16045" w="27802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3"/>
            <p:cNvSpPr/>
            <p:nvPr/>
          </p:nvSpPr>
          <p:spPr>
            <a:xfrm>
              <a:off x="4968550" y="2285850"/>
              <a:ext cx="823525" cy="628625"/>
            </a:xfrm>
            <a:custGeom>
              <a:rect b="b" l="l" r="r" t="t"/>
              <a:pathLst>
                <a:path extrusionOk="0" h="25145" w="32941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3"/>
            <p:cNvSpPr/>
            <p:nvPr/>
          </p:nvSpPr>
          <p:spPr>
            <a:xfrm>
              <a:off x="4968550" y="2286300"/>
              <a:ext cx="823525" cy="628525"/>
            </a:xfrm>
            <a:custGeom>
              <a:rect b="b" l="l" r="r" t="t"/>
              <a:pathLst>
                <a:path extrusionOk="0" h="25141" w="32941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3"/>
            <p:cNvSpPr/>
            <p:nvPr/>
          </p:nvSpPr>
          <p:spPr>
            <a:xfrm>
              <a:off x="5305900" y="2213275"/>
              <a:ext cx="281000" cy="281000"/>
            </a:xfrm>
            <a:custGeom>
              <a:rect b="b" l="l" r="r" t="t"/>
              <a:pathLst>
                <a:path extrusionOk="0" h="11240" w="1124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3"/>
            <p:cNvSpPr/>
            <p:nvPr/>
          </p:nvSpPr>
          <p:spPr>
            <a:xfrm>
              <a:off x="5305900" y="2213275"/>
              <a:ext cx="281000" cy="281000"/>
            </a:xfrm>
            <a:custGeom>
              <a:rect b="b" l="l" r="r" t="t"/>
              <a:pathLst>
                <a:path extrusionOk="0" h="11240" w="1124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3"/>
            <p:cNvSpPr/>
            <p:nvPr/>
          </p:nvSpPr>
          <p:spPr>
            <a:xfrm>
              <a:off x="4970400" y="1866675"/>
              <a:ext cx="695050" cy="401150"/>
            </a:xfrm>
            <a:custGeom>
              <a:rect b="b" l="l" r="r" t="t"/>
              <a:pathLst>
                <a:path extrusionOk="0" h="16046" w="27802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3"/>
            <p:cNvSpPr/>
            <p:nvPr/>
          </p:nvSpPr>
          <p:spPr>
            <a:xfrm>
              <a:off x="5512925" y="2229900"/>
              <a:ext cx="9275" cy="5575"/>
            </a:xfrm>
            <a:custGeom>
              <a:rect b="b" l="l" r="r" t="t"/>
              <a:pathLst>
                <a:path extrusionOk="0" h="223" w="371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3"/>
            <p:cNvSpPr/>
            <p:nvPr/>
          </p:nvSpPr>
          <p:spPr>
            <a:xfrm>
              <a:off x="4953750" y="1859125"/>
              <a:ext cx="846650" cy="1063075"/>
            </a:xfrm>
            <a:custGeom>
              <a:rect b="b" l="l" r="r" t="t"/>
              <a:pathLst>
                <a:path extrusionOk="0" h="42523" w="33866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3"/>
            <p:cNvSpPr/>
            <p:nvPr/>
          </p:nvSpPr>
          <p:spPr>
            <a:xfrm>
              <a:off x="4911225" y="2165200"/>
              <a:ext cx="287475" cy="288400"/>
            </a:xfrm>
            <a:custGeom>
              <a:rect b="b" l="l" r="r" t="t"/>
              <a:pathLst>
                <a:path extrusionOk="0" h="11536" w="11499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3"/>
            <p:cNvSpPr/>
            <p:nvPr/>
          </p:nvSpPr>
          <p:spPr>
            <a:xfrm>
              <a:off x="4936200" y="2265950"/>
              <a:ext cx="262500" cy="187650"/>
            </a:xfrm>
            <a:custGeom>
              <a:rect b="b" l="l" r="r" t="t"/>
              <a:pathLst>
                <a:path extrusionOk="0" h="7506" w="1050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3"/>
            <p:cNvSpPr/>
            <p:nvPr/>
          </p:nvSpPr>
          <p:spPr>
            <a:xfrm>
              <a:off x="4902925" y="2157825"/>
              <a:ext cx="303175" cy="303175"/>
            </a:xfrm>
            <a:custGeom>
              <a:rect b="b" l="l" r="r" t="t"/>
              <a:pathLst>
                <a:path extrusionOk="0" h="12127" w="12127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3"/>
            <p:cNvSpPr/>
            <p:nvPr/>
          </p:nvSpPr>
          <p:spPr>
            <a:xfrm>
              <a:off x="5304050" y="2165200"/>
              <a:ext cx="288400" cy="288400"/>
            </a:xfrm>
            <a:custGeom>
              <a:rect b="b" l="l" r="r" t="t"/>
              <a:pathLst>
                <a:path extrusionOk="0" h="11536" w="11536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3"/>
            <p:cNvSpPr/>
            <p:nvPr/>
          </p:nvSpPr>
          <p:spPr>
            <a:xfrm>
              <a:off x="5318825" y="2264100"/>
              <a:ext cx="273625" cy="189500"/>
            </a:xfrm>
            <a:custGeom>
              <a:rect b="b" l="l" r="r" t="t"/>
              <a:pathLst>
                <a:path extrusionOk="0" h="7580" w="10945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3"/>
            <p:cNvSpPr/>
            <p:nvPr/>
          </p:nvSpPr>
          <p:spPr>
            <a:xfrm>
              <a:off x="5296650" y="2157825"/>
              <a:ext cx="303200" cy="303175"/>
            </a:xfrm>
            <a:custGeom>
              <a:rect b="b" l="l" r="r" t="t"/>
              <a:pathLst>
                <a:path extrusionOk="0" h="12127" w="12128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p3"/>
            <p:cNvSpPr/>
            <p:nvPr/>
          </p:nvSpPr>
          <p:spPr>
            <a:xfrm>
              <a:off x="5190375" y="2221600"/>
              <a:ext cx="129400" cy="39075"/>
            </a:xfrm>
            <a:custGeom>
              <a:rect b="b" l="l" r="r" t="t"/>
              <a:pathLst>
                <a:path extrusionOk="0" h="1563" w="5176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3"/>
            <p:cNvSpPr/>
            <p:nvPr/>
          </p:nvSpPr>
          <p:spPr>
            <a:xfrm>
              <a:off x="4993500" y="2059850"/>
              <a:ext cx="154375" cy="74650"/>
            </a:xfrm>
            <a:custGeom>
              <a:rect b="b" l="l" r="r" t="t"/>
              <a:pathLst>
                <a:path extrusionOk="0" h="2986" w="6175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3"/>
            <p:cNvSpPr/>
            <p:nvPr/>
          </p:nvSpPr>
          <p:spPr>
            <a:xfrm>
              <a:off x="5316075" y="2049675"/>
              <a:ext cx="183025" cy="81200"/>
            </a:xfrm>
            <a:custGeom>
              <a:rect b="b" l="l" r="r" t="t"/>
              <a:pathLst>
                <a:path extrusionOk="0" h="3248" w="7321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1" name="Google Shape;1961;p3"/>
            <p:cNvSpPr/>
            <p:nvPr/>
          </p:nvSpPr>
          <p:spPr>
            <a:xfrm>
              <a:off x="5148775" y="2298125"/>
              <a:ext cx="97075" cy="268425"/>
            </a:xfrm>
            <a:custGeom>
              <a:rect b="b" l="l" r="r" t="t"/>
              <a:pathLst>
                <a:path extrusionOk="0" h="10737" w="3883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3"/>
            <p:cNvSpPr/>
            <p:nvPr/>
          </p:nvSpPr>
          <p:spPr>
            <a:xfrm>
              <a:off x="5215325" y="2589325"/>
              <a:ext cx="163625" cy="61150"/>
            </a:xfrm>
            <a:custGeom>
              <a:rect b="b" l="l" r="r" t="t"/>
              <a:pathLst>
                <a:path extrusionOk="0" h="2446" w="6545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3"/>
            <p:cNvSpPr/>
            <p:nvPr/>
          </p:nvSpPr>
          <p:spPr>
            <a:xfrm>
              <a:off x="862950" y="4920450"/>
              <a:ext cx="1188625" cy="15750"/>
            </a:xfrm>
            <a:custGeom>
              <a:rect b="b" l="l" r="r" t="t"/>
              <a:pathLst>
                <a:path extrusionOk="0" h="630" w="47545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p3"/>
            <p:cNvSpPr/>
            <p:nvPr/>
          </p:nvSpPr>
          <p:spPr>
            <a:xfrm>
              <a:off x="2173575" y="4920450"/>
              <a:ext cx="4043675" cy="15750"/>
            </a:xfrm>
            <a:custGeom>
              <a:rect b="b" l="l" r="r" t="t"/>
              <a:pathLst>
                <a:path extrusionOk="0" h="630" w="161747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3"/>
            <p:cNvSpPr/>
            <p:nvPr/>
          </p:nvSpPr>
          <p:spPr>
            <a:xfrm>
              <a:off x="6316125" y="4920450"/>
              <a:ext cx="159000" cy="15750"/>
            </a:xfrm>
            <a:custGeom>
              <a:rect b="b" l="l" r="r" t="t"/>
              <a:pathLst>
                <a:path extrusionOk="0" h="630" w="636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p3"/>
            <p:cNvSpPr/>
            <p:nvPr/>
          </p:nvSpPr>
          <p:spPr>
            <a:xfrm>
              <a:off x="4014700" y="2706825"/>
              <a:ext cx="350325" cy="819850"/>
            </a:xfrm>
            <a:custGeom>
              <a:rect b="b" l="l" r="r" t="t"/>
              <a:pathLst>
                <a:path extrusionOk="0" h="32794" w="14013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3"/>
            <p:cNvSpPr/>
            <p:nvPr/>
          </p:nvSpPr>
          <p:spPr>
            <a:xfrm>
              <a:off x="1582025" y="1799200"/>
              <a:ext cx="1080500" cy="1727475"/>
            </a:xfrm>
            <a:custGeom>
              <a:rect b="b" l="l" r="r" t="t"/>
              <a:pathLst>
                <a:path extrusionOk="0" h="69099" w="4322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3"/>
            <p:cNvSpPr/>
            <p:nvPr/>
          </p:nvSpPr>
          <p:spPr>
            <a:xfrm>
              <a:off x="1582025" y="1799200"/>
              <a:ext cx="2783000" cy="1727475"/>
            </a:xfrm>
            <a:custGeom>
              <a:rect b="b" l="l" r="r" t="t"/>
              <a:pathLst>
                <a:path extrusionOk="0" h="69099" w="11132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p3"/>
            <p:cNvSpPr/>
            <p:nvPr/>
          </p:nvSpPr>
          <p:spPr>
            <a:xfrm>
              <a:off x="3977725" y="3502625"/>
              <a:ext cx="27750" cy="24050"/>
            </a:xfrm>
            <a:custGeom>
              <a:rect b="b" l="l" r="r" t="t"/>
              <a:pathLst>
                <a:path extrusionOk="0" h="962" w="111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3"/>
            <p:cNvSpPr/>
            <p:nvPr/>
          </p:nvSpPr>
          <p:spPr>
            <a:xfrm>
              <a:off x="3954625" y="3476750"/>
              <a:ext cx="57325" cy="49925"/>
            </a:xfrm>
            <a:custGeom>
              <a:rect b="b" l="l" r="r" t="t"/>
              <a:pathLst>
                <a:path extrusionOk="0" h="1997" w="2293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3"/>
            <p:cNvSpPr/>
            <p:nvPr/>
          </p:nvSpPr>
          <p:spPr>
            <a:xfrm>
              <a:off x="3998975" y="2691125"/>
              <a:ext cx="366050" cy="835550"/>
            </a:xfrm>
            <a:custGeom>
              <a:rect b="b" l="l" r="r" t="t"/>
              <a:pathLst>
                <a:path extrusionOk="0" h="33422" w="14642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3"/>
            <p:cNvSpPr/>
            <p:nvPr/>
          </p:nvSpPr>
          <p:spPr>
            <a:xfrm>
              <a:off x="1529350" y="1687375"/>
              <a:ext cx="2889275" cy="1951150"/>
            </a:xfrm>
            <a:custGeom>
              <a:rect b="b" l="l" r="r" t="t"/>
              <a:pathLst>
                <a:path extrusionOk="0" h="78046" w="115571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p3"/>
            <p:cNvSpPr/>
            <p:nvPr/>
          </p:nvSpPr>
          <p:spPr>
            <a:xfrm>
              <a:off x="1521025" y="1679050"/>
              <a:ext cx="2905000" cy="1966875"/>
            </a:xfrm>
            <a:custGeom>
              <a:rect b="b" l="l" r="r" t="t"/>
              <a:pathLst>
                <a:path extrusionOk="0" h="78675" w="11620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3"/>
            <p:cNvSpPr/>
            <p:nvPr/>
          </p:nvSpPr>
          <p:spPr>
            <a:xfrm>
              <a:off x="1634725" y="1846350"/>
              <a:ext cx="1974250" cy="154375"/>
            </a:xfrm>
            <a:custGeom>
              <a:rect b="b" l="l" r="r" t="t"/>
              <a:pathLst>
                <a:path extrusionOk="0" h="6175" w="7897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3"/>
            <p:cNvSpPr/>
            <p:nvPr/>
          </p:nvSpPr>
          <p:spPr>
            <a:xfrm>
              <a:off x="1626400" y="1838950"/>
              <a:ext cx="1989975" cy="170075"/>
            </a:xfrm>
            <a:custGeom>
              <a:rect b="b" l="l" r="r" t="t"/>
              <a:pathLst>
                <a:path extrusionOk="0" h="6803" w="79599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3"/>
            <p:cNvSpPr/>
            <p:nvPr/>
          </p:nvSpPr>
          <p:spPr>
            <a:xfrm>
              <a:off x="1658750" y="21679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3"/>
            <p:cNvSpPr/>
            <p:nvPr/>
          </p:nvSpPr>
          <p:spPr>
            <a:xfrm>
              <a:off x="1658750" y="22594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3"/>
            <p:cNvSpPr/>
            <p:nvPr/>
          </p:nvSpPr>
          <p:spPr>
            <a:xfrm>
              <a:off x="1658750" y="2351000"/>
              <a:ext cx="421500" cy="15725"/>
            </a:xfrm>
            <a:custGeom>
              <a:rect b="b" l="l" r="r" t="t"/>
              <a:pathLst>
                <a:path extrusionOk="0" h="629" w="1686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3"/>
            <p:cNvSpPr/>
            <p:nvPr/>
          </p:nvSpPr>
          <p:spPr>
            <a:xfrm>
              <a:off x="1658750" y="244802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3"/>
            <p:cNvSpPr/>
            <p:nvPr/>
          </p:nvSpPr>
          <p:spPr>
            <a:xfrm>
              <a:off x="2144000" y="21679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p3"/>
            <p:cNvSpPr/>
            <p:nvPr/>
          </p:nvSpPr>
          <p:spPr>
            <a:xfrm>
              <a:off x="2144000" y="22594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3"/>
            <p:cNvSpPr/>
            <p:nvPr/>
          </p:nvSpPr>
          <p:spPr>
            <a:xfrm>
              <a:off x="2144000" y="2351000"/>
              <a:ext cx="421475" cy="15725"/>
            </a:xfrm>
            <a:custGeom>
              <a:rect b="b" l="l" r="r" t="t"/>
              <a:pathLst>
                <a:path extrusionOk="0" h="629" w="16859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3"/>
            <p:cNvSpPr/>
            <p:nvPr/>
          </p:nvSpPr>
          <p:spPr>
            <a:xfrm>
              <a:off x="2144000" y="244802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3"/>
            <p:cNvSpPr/>
            <p:nvPr/>
          </p:nvSpPr>
          <p:spPr>
            <a:xfrm>
              <a:off x="2629225" y="21679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p3"/>
            <p:cNvSpPr/>
            <p:nvPr/>
          </p:nvSpPr>
          <p:spPr>
            <a:xfrm>
              <a:off x="2629225" y="22594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3"/>
            <p:cNvSpPr/>
            <p:nvPr/>
          </p:nvSpPr>
          <p:spPr>
            <a:xfrm>
              <a:off x="2629225" y="2351000"/>
              <a:ext cx="421500" cy="15725"/>
            </a:xfrm>
            <a:custGeom>
              <a:rect b="b" l="l" r="r" t="t"/>
              <a:pathLst>
                <a:path extrusionOk="0" h="629" w="1686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3"/>
            <p:cNvSpPr/>
            <p:nvPr/>
          </p:nvSpPr>
          <p:spPr>
            <a:xfrm>
              <a:off x="2629225" y="244802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3"/>
            <p:cNvSpPr/>
            <p:nvPr/>
          </p:nvSpPr>
          <p:spPr>
            <a:xfrm>
              <a:off x="3114475" y="21679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3"/>
            <p:cNvSpPr/>
            <p:nvPr/>
          </p:nvSpPr>
          <p:spPr>
            <a:xfrm>
              <a:off x="3114475" y="22594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3"/>
            <p:cNvSpPr/>
            <p:nvPr/>
          </p:nvSpPr>
          <p:spPr>
            <a:xfrm>
              <a:off x="3114475" y="2351000"/>
              <a:ext cx="421475" cy="15725"/>
            </a:xfrm>
            <a:custGeom>
              <a:rect b="b" l="l" r="r" t="t"/>
              <a:pathLst>
                <a:path extrusionOk="0" h="629" w="16859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3"/>
            <p:cNvSpPr/>
            <p:nvPr/>
          </p:nvSpPr>
          <p:spPr>
            <a:xfrm>
              <a:off x="3114475" y="244802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3"/>
            <p:cNvSpPr/>
            <p:nvPr/>
          </p:nvSpPr>
          <p:spPr>
            <a:xfrm>
              <a:off x="1902750" y="2663150"/>
              <a:ext cx="1494575" cy="451550"/>
            </a:xfrm>
            <a:custGeom>
              <a:rect b="b" l="l" r="r" t="t"/>
              <a:pathLst>
                <a:path extrusionOk="0" h="18062" w="59783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3"/>
            <p:cNvSpPr/>
            <p:nvPr/>
          </p:nvSpPr>
          <p:spPr>
            <a:xfrm>
              <a:off x="2210525" y="2716075"/>
              <a:ext cx="91525" cy="91525"/>
            </a:xfrm>
            <a:custGeom>
              <a:rect b="b" l="l" r="r" t="t"/>
              <a:pathLst>
                <a:path extrusionOk="0" h="3661" w="3661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p3"/>
            <p:cNvSpPr/>
            <p:nvPr/>
          </p:nvSpPr>
          <p:spPr>
            <a:xfrm>
              <a:off x="2203150" y="2708675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3"/>
            <p:cNvSpPr/>
            <p:nvPr/>
          </p:nvSpPr>
          <p:spPr>
            <a:xfrm>
              <a:off x="2679125" y="2748425"/>
              <a:ext cx="91550" cy="91525"/>
            </a:xfrm>
            <a:custGeom>
              <a:rect b="b" l="l" r="r" t="t"/>
              <a:pathLst>
                <a:path extrusionOk="0" h="3661" w="3662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3"/>
            <p:cNvSpPr/>
            <p:nvPr/>
          </p:nvSpPr>
          <p:spPr>
            <a:xfrm>
              <a:off x="2671750" y="2741025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3"/>
            <p:cNvSpPr/>
            <p:nvPr/>
          </p:nvSpPr>
          <p:spPr>
            <a:xfrm>
              <a:off x="2998000" y="2989650"/>
              <a:ext cx="91525" cy="91525"/>
            </a:xfrm>
            <a:custGeom>
              <a:rect b="b" l="l" r="r" t="t"/>
              <a:pathLst>
                <a:path extrusionOk="0" h="3661" w="3661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3"/>
            <p:cNvSpPr/>
            <p:nvPr/>
          </p:nvSpPr>
          <p:spPr>
            <a:xfrm>
              <a:off x="2990625" y="2982275"/>
              <a:ext cx="106300" cy="106300"/>
            </a:xfrm>
            <a:custGeom>
              <a:rect b="b" l="l" r="r" t="t"/>
              <a:pathLst>
                <a:path extrusionOk="0" h="4252" w="4252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3"/>
            <p:cNvSpPr/>
            <p:nvPr/>
          </p:nvSpPr>
          <p:spPr>
            <a:xfrm>
              <a:off x="3336300" y="2625500"/>
              <a:ext cx="91525" cy="90600"/>
            </a:xfrm>
            <a:custGeom>
              <a:rect b="b" l="l" r="r" t="t"/>
              <a:pathLst>
                <a:path extrusionOk="0" h="3624" w="3661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3"/>
            <p:cNvSpPr/>
            <p:nvPr/>
          </p:nvSpPr>
          <p:spPr>
            <a:xfrm>
              <a:off x="3328900" y="2617175"/>
              <a:ext cx="106300" cy="107250"/>
            </a:xfrm>
            <a:custGeom>
              <a:rect b="b" l="l" r="r" t="t"/>
              <a:pathLst>
                <a:path extrusionOk="0" h="4290" w="4252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3"/>
            <p:cNvSpPr/>
            <p:nvPr/>
          </p:nvSpPr>
          <p:spPr>
            <a:xfrm>
              <a:off x="1865775" y="3060825"/>
              <a:ext cx="90600" cy="91525"/>
            </a:xfrm>
            <a:custGeom>
              <a:rect b="b" l="l" r="r" t="t"/>
              <a:pathLst>
                <a:path extrusionOk="0" h="3661" w="3624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3"/>
            <p:cNvSpPr/>
            <p:nvPr/>
          </p:nvSpPr>
          <p:spPr>
            <a:xfrm>
              <a:off x="1857475" y="3053425"/>
              <a:ext cx="107225" cy="106325"/>
            </a:xfrm>
            <a:custGeom>
              <a:rect b="b" l="l" r="r" t="t"/>
              <a:pathLst>
                <a:path extrusionOk="0" h="4253" w="4289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3"/>
            <p:cNvSpPr/>
            <p:nvPr/>
          </p:nvSpPr>
          <p:spPr>
            <a:xfrm>
              <a:off x="2464700" y="2931425"/>
              <a:ext cx="90600" cy="90600"/>
            </a:xfrm>
            <a:custGeom>
              <a:rect b="b" l="l" r="r" t="t"/>
              <a:pathLst>
                <a:path extrusionOk="0" h="3624" w="3624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3"/>
            <p:cNvSpPr/>
            <p:nvPr/>
          </p:nvSpPr>
          <p:spPr>
            <a:xfrm>
              <a:off x="2456400" y="2923100"/>
              <a:ext cx="107225" cy="106325"/>
            </a:xfrm>
            <a:custGeom>
              <a:rect b="b" l="l" r="r" t="t"/>
              <a:pathLst>
                <a:path extrusionOk="0" h="4253" w="4289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3"/>
            <p:cNvSpPr/>
            <p:nvPr/>
          </p:nvSpPr>
          <p:spPr>
            <a:xfrm>
              <a:off x="3707850" y="1843575"/>
              <a:ext cx="52700" cy="1651675"/>
            </a:xfrm>
            <a:custGeom>
              <a:rect b="b" l="l" r="r" t="t"/>
              <a:pathLst>
                <a:path extrusionOk="0" h="66067" w="2108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3"/>
            <p:cNvSpPr/>
            <p:nvPr/>
          </p:nvSpPr>
          <p:spPr>
            <a:xfrm>
              <a:off x="3700450" y="1836175"/>
              <a:ext cx="67500" cy="1666475"/>
            </a:xfrm>
            <a:custGeom>
              <a:rect b="b" l="l" r="r" t="t"/>
              <a:pathLst>
                <a:path extrusionOk="0" h="66659" w="270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3"/>
            <p:cNvSpPr/>
            <p:nvPr/>
          </p:nvSpPr>
          <p:spPr>
            <a:xfrm>
              <a:off x="4015625" y="2157825"/>
              <a:ext cx="307800" cy="14800"/>
            </a:xfrm>
            <a:custGeom>
              <a:rect b="b" l="l" r="r" t="t"/>
              <a:pathLst>
                <a:path extrusionOk="0" h="592" w="12312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3"/>
            <p:cNvSpPr/>
            <p:nvPr/>
          </p:nvSpPr>
          <p:spPr>
            <a:xfrm>
              <a:off x="3805825" y="2157825"/>
              <a:ext cx="118325" cy="14800"/>
            </a:xfrm>
            <a:custGeom>
              <a:rect b="b" l="l" r="r" t="t"/>
              <a:pathLst>
                <a:path extrusionOk="0" h="592" w="4733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3"/>
            <p:cNvSpPr/>
            <p:nvPr/>
          </p:nvSpPr>
          <p:spPr>
            <a:xfrm>
              <a:off x="4256850" y="2234525"/>
              <a:ext cx="66575" cy="15750"/>
            </a:xfrm>
            <a:custGeom>
              <a:rect b="b" l="l" r="r" t="t"/>
              <a:pathLst>
                <a:path extrusionOk="0" h="630" w="2663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3"/>
            <p:cNvSpPr/>
            <p:nvPr/>
          </p:nvSpPr>
          <p:spPr>
            <a:xfrm>
              <a:off x="4112675" y="2234525"/>
              <a:ext cx="118325" cy="15750"/>
            </a:xfrm>
            <a:custGeom>
              <a:rect b="b" l="l" r="r" t="t"/>
              <a:pathLst>
                <a:path extrusionOk="0" h="630" w="4733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3"/>
            <p:cNvSpPr/>
            <p:nvPr/>
          </p:nvSpPr>
          <p:spPr>
            <a:xfrm>
              <a:off x="3805825" y="2234525"/>
              <a:ext cx="253275" cy="15750"/>
            </a:xfrm>
            <a:custGeom>
              <a:rect b="b" l="l" r="r" t="t"/>
              <a:pathLst>
                <a:path extrusionOk="0" h="630" w="10131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3"/>
            <p:cNvSpPr/>
            <p:nvPr/>
          </p:nvSpPr>
          <p:spPr>
            <a:xfrm>
              <a:off x="4047975" y="2312175"/>
              <a:ext cx="275450" cy="15725"/>
            </a:xfrm>
            <a:custGeom>
              <a:rect b="b" l="l" r="r" t="t"/>
              <a:pathLst>
                <a:path extrusionOk="0" h="629" w="11018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3"/>
            <p:cNvSpPr/>
            <p:nvPr/>
          </p:nvSpPr>
          <p:spPr>
            <a:xfrm>
              <a:off x="3805825" y="2312175"/>
              <a:ext cx="201500" cy="15725"/>
            </a:xfrm>
            <a:custGeom>
              <a:rect b="b" l="l" r="r" t="t"/>
              <a:pathLst>
                <a:path extrusionOk="0" h="629" w="806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3"/>
            <p:cNvSpPr/>
            <p:nvPr/>
          </p:nvSpPr>
          <p:spPr>
            <a:xfrm>
              <a:off x="4196775" y="2389800"/>
              <a:ext cx="126650" cy="14825"/>
            </a:xfrm>
            <a:custGeom>
              <a:rect b="b" l="l" r="r" t="t"/>
              <a:pathLst>
                <a:path extrusionOk="0" h="593" w="5066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3"/>
            <p:cNvSpPr/>
            <p:nvPr/>
          </p:nvSpPr>
          <p:spPr>
            <a:xfrm>
              <a:off x="3917650" y="2389800"/>
              <a:ext cx="247725" cy="14825"/>
            </a:xfrm>
            <a:custGeom>
              <a:rect b="b" l="l" r="r" t="t"/>
              <a:pathLst>
                <a:path extrusionOk="0" h="593" w="9909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3"/>
            <p:cNvSpPr/>
            <p:nvPr/>
          </p:nvSpPr>
          <p:spPr>
            <a:xfrm>
              <a:off x="3805825" y="2389800"/>
              <a:ext cx="75800" cy="14825"/>
            </a:xfrm>
            <a:custGeom>
              <a:rect b="b" l="l" r="r" t="t"/>
              <a:pathLst>
                <a:path extrusionOk="0" h="593" w="3032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3"/>
            <p:cNvSpPr/>
            <p:nvPr/>
          </p:nvSpPr>
          <p:spPr>
            <a:xfrm>
              <a:off x="4015625" y="2457275"/>
              <a:ext cx="307800" cy="14825"/>
            </a:xfrm>
            <a:custGeom>
              <a:rect b="b" l="l" r="r" t="t"/>
              <a:pathLst>
                <a:path extrusionOk="0" h="593" w="12312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3"/>
            <p:cNvSpPr/>
            <p:nvPr/>
          </p:nvSpPr>
          <p:spPr>
            <a:xfrm>
              <a:off x="3805825" y="2457275"/>
              <a:ext cx="118325" cy="14825"/>
            </a:xfrm>
            <a:custGeom>
              <a:rect b="b" l="l" r="r" t="t"/>
              <a:pathLst>
                <a:path extrusionOk="0" h="593" w="4733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3"/>
            <p:cNvSpPr/>
            <p:nvPr/>
          </p:nvSpPr>
          <p:spPr>
            <a:xfrm>
              <a:off x="4256850" y="2534000"/>
              <a:ext cx="66575" cy="15725"/>
            </a:xfrm>
            <a:custGeom>
              <a:rect b="b" l="l" r="r" t="t"/>
              <a:pathLst>
                <a:path extrusionOk="0" h="629" w="2663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3"/>
            <p:cNvSpPr/>
            <p:nvPr/>
          </p:nvSpPr>
          <p:spPr>
            <a:xfrm>
              <a:off x="4112675" y="2534000"/>
              <a:ext cx="118325" cy="15725"/>
            </a:xfrm>
            <a:custGeom>
              <a:rect b="b" l="l" r="r" t="t"/>
              <a:pathLst>
                <a:path extrusionOk="0" h="629" w="4733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3"/>
            <p:cNvSpPr/>
            <p:nvPr/>
          </p:nvSpPr>
          <p:spPr>
            <a:xfrm>
              <a:off x="3805825" y="2534000"/>
              <a:ext cx="253275" cy="15725"/>
            </a:xfrm>
            <a:custGeom>
              <a:rect b="b" l="l" r="r" t="t"/>
              <a:pathLst>
                <a:path extrusionOk="0" h="629" w="10131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3"/>
            <p:cNvSpPr/>
            <p:nvPr/>
          </p:nvSpPr>
          <p:spPr>
            <a:xfrm>
              <a:off x="4047975" y="2611625"/>
              <a:ext cx="275450" cy="15750"/>
            </a:xfrm>
            <a:custGeom>
              <a:rect b="b" l="l" r="r" t="t"/>
              <a:pathLst>
                <a:path extrusionOk="0" h="630" w="11018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3"/>
            <p:cNvSpPr/>
            <p:nvPr/>
          </p:nvSpPr>
          <p:spPr>
            <a:xfrm>
              <a:off x="3805825" y="2611625"/>
              <a:ext cx="201500" cy="15750"/>
            </a:xfrm>
            <a:custGeom>
              <a:rect b="b" l="l" r="r" t="t"/>
              <a:pathLst>
                <a:path extrusionOk="0" h="630" w="806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3"/>
            <p:cNvSpPr/>
            <p:nvPr/>
          </p:nvSpPr>
          <p:spPr>
            <a:xfrm>
              <a:off x="4196775" y="2688350"/>
              <a:ext cx="126650" cy="15725"/>
            </a:xfrm>
            <a:custGeom>
              <a:rect b="b" l="l" r="r" t="t"/>
              <a:pathLst>
                <a:path extrusionOk="0" h="629" w="5066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3"/>
            <p:cNvSpPr/>
            <p:nvPr/>
          </p:nvSpPr>
          <p:spPr>
            <a:xfrm>
              <a:off x="3917650" y="2688350"/>
              <a:ext cx="247725" cy="15725"/>
            </a:xfrm>
            <a:custGeom>
              <a:rect b="b" l="l" r="r" t="t"/>
              <a:pathLst>
                <a:path extrusionOk="0" h="629" w="9909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3"/>
            <p:cNvSpPr/>
            <p:nvPr/>
          </p:nvSpPr>
          <p:spPr>
            <a:xfrm>
              <a:off x="3805825" y="2688350"/>
              <a:ext cx="75800" cy="15725"/>
            </a:xfrm>
            <a:custGeom>
              <a:rect b="b" l="l" r="r" t="t"/>
              <a:pathLst>
                <a:path extrusionOk="0" h="629" w="3032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3"/>
            <p:cNvSpPr/>
            <p:nvPr/>
          </p:nvSpPr>
          <p:spPr>
            <a:xfrm>
              <a:off x="4015625" y="2756750"/>
              <a:ext cx="307800" cy="14800"/>
            </a:xfrm>
            <a:custGeom>
              <a:rect b="b" l="l" r="r" t="t"/>
              <a:pathLst>
                <a:path extrusionOk="0" h="592" w="12312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3"/>
            <p:cNvSpPr/>
            <p:nvPr/>
          </p:nvSpPr>
          <p:spPr>
            <a:xfrm>
              <a:off x="3805825" y="2756750"/>
              <a:ext cx="118325" cy="14800"/>
            </a:xfrm>
            <a:custGeom>
              <a:rect b="b" l="l" r="r" t="t"/>
              <a:pathLst>
                <a:path extrusionOk="0" h="592" w="4733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3"/>
            <p:cNvSpPr/>
            <p:nvPr/>
          </p:nvSpPr>
          <p:spPr>
            <a:xfrm>
              <a:off x="4256850" y="2833450"/>
              <a:ext cx="66575" cy="15750"/>
            </a:xfrm>
            <a:custGeom>
              <a:rect b="b" l="l" r="r" t="t"/>
              <a:pathLst>
                <a:path extrusionOk="0" h="630" w="2663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3"/>
            <p:cNvSpPr/>
            <p:nvPr/>
          </p:nvSpPr>
          <p:spPr>
            <a:xfrm>
              <a:off x="4112675" y="2833450"/>
              <a:ext cx="118325" cy="15750"/>
            </a:xfrm>
            <a:custGeom>
              <a:rect b="b" l="l" r="r" t="t"/>
              <a:pathLst>
                <a:path extrusionOk="0" h="630" w="4733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3"/>
            <p:cNvSpPr/>
            <p:nvPr/>
          </p:nvSpPr>
          <p:spPr>
            <a:xfrm>
              <a:off x="3805825" y="2833450"/>
              <a:ext cx="253275" cy="15750"/>
            </a:xfrm>
            <a:custGeom>
              <a:rect b="b" l="l" r="r" t="t"/>
              <a:pathLst>
                <a:path extrusionOk="0" h="630" w="10131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3"/>
            <p:cNvSpPr/>
            <p:nvPr/>
          </p:nvSpPr>
          <p:spPr>
            <a:xfrm>
              <a:off x="4047975" y="2911100"/>
              <a:ext cx="275450" cy="15725"/>
            </a:xfrm>
            <a:custGeom>
              <a:rect b="b" l="l" r="r" t="t"/>
              <a:pathLst>
                <a:path extrusionOk="0" h="629" w="11018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3"/>
            <p:cNvSpPr/>
            <p:nvPr/>
          </p:nvSpPr>
          <p:spPr>
            <a:xfrm>
              <a:off x="3805825" y="2911100"/>
              <a:ext cx="201500" cy="15725"/>
            </a:xfrm>
            <a:custGeom>
              <a:rect b="b" l="l" r="r" t="t"/>
              <a:pathLst>
                <a:path extrusionOk="0" h="629" w="806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3"/>
            <p:cNvSpPr/>
            <p:nvPr/>
          </p:nvSpPr>
          <p:spPr>
            <a:xfrm>
              <a:off x="4196775" y="2987800"/>
              <a:ext cx="126650" cy="15750"/>
            </a:xfrm>
            <a:custGeom>
              <a:rect b="b" l="l" r="r" t="t"/>
              <a:pathLst>
                <a:path extrusionOk="0" h="630" w="5066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3"/>
            <p:cNvSpPr/>
            <p:nvPr/>
          </p:nvSpPr>
          <p:spPr>
            <a:xfrm>
              <a:off x="3917650" y="2987800"/>
              <a:ext cx="247725" cy="15750"/>
            </a:xfrm>
            <a:custGeom>
              <a:rect b="b" l="l" r="r" t="t"/>
              <a:pathLst>
                <a:path extrusionOk="0" h="630" w="9909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3"/>
            <p:cNvSpPr/>
            <p:nvPr/>
          </p:nvSpPr>
          <p:spPr>
            <a:xfrm>
              <a:off x="3805825" y="2987800"/>
              <a:ext cx="75800" cy="15750"/>
            </a:xfrm>
            <a:custGeom>
              <a:rect b="b" l="l" r="r" t="t"/>
              <a:pathLst>
                <a:path extrusionOk="0" h="630" w="3032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3"/>
            <p:cNvSpPr/>
            <p:nvPr/>
          </p:nvSpPr>
          <p:spPr>
            <a:xfrm>
              <a:off x="4015625" y="3056200"/>
              <a:ext cx="307800" cy="14825"/>
            </a:xfrm>
            <a:custGeom>
              <a:rect b="b" l="l" r="r" t="t"/>
              <a:pathLst>
                <a:path extrusionOk="0" h="593" w="12312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3"/>
            <p:cNvSpPr/>
            <p:nvPr/>
          </p:nvSpPr>
          <p:spPr>
            <a:xfrm>
              <a:off x="3805825" y="3056200"/>
              <a:ext cx="118325" cy="14825"/>
            </a:xfrm>
            <a:custGeom>
              <a:rect b="b" l="l" r="r" t="t"/>
              <a:pathLst>
                <a:path extrusionOk="0" h="593" w="4733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3"/>
            <p:cNvSpPr/>
            <p:nvPr/>
          </p:nvSpPr>
          <p:spPr>
            <a:xfrm>
              <a:off x="4256850" y="3132925"/>
              <a:ext cx="66575" cy="15725"/>
            </a:xfrm>
            <a:custGeom>
              <a:rect b="b" l="l" r="r" t="t"/>
              <a:pathLst>
                <a:path extrusionOk="0" h="629" w="2663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3"/>
            <p:cNvSpPr/>
            <p:nvPr/>
          </p:nvSpPr>
          <p:spPr>
            <a:xfrm>
              <a:off x="4112675" y="3132925"/>
              <a:ext cx="118325" cy="15725"/>
            </a:xfrm>
            <a:custGeom>
              <a:rect b="b" l="l" r="r" t="t"/>
              <a:pathLst>
                <a:path extrusionOk="0" h="629" w="4733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3"/>
            <p:cNvSpPr/>
            <p:nvPr/>
          </p:nvSpPr>
          <p:spPr>
            <a:xfrm>
              <a:off x="3805825" y="3132925"/>
              <a:ext cx="253275" cy="15725"/>
            </a:xfrm>
            <a:custGeom>
              <a:rect b="b" l="l" r="r" t="t"/>
              <a:pathLst>
                <a:path extrusionOk="0" h="629" w="10131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3"/>
            <p:cNvSpPr/>
            <p:nvPr/>
          </p:nvSpPr>
          <p:spPr>
            <a:xfrm>
              <a:off x="4047975" y="3210550"/>
              <a:ext cx="275450" cy="14825"/>
            </a:xfrm>
            <a:custGeom>
              <a:rect b="b" l="l" r="r" t="t"/>
              <a:pathLst>
                <a:path extrusionOk="0" h="593" w="11018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3"/>
            <p:cNvSpPr/>
            <p:nvPr/>
          </p:nvSpPr>
          <p:spPr>
            <a:xfrm>
              <a:off x="3805825" y="3210550"/>
              <a:ext cx="201500" cy="14825"/>
            </a:xfrm>
            <a:custGeom>
              <a:rect b="b" l="l" r="r" t="t"/>
              <a:pathLst>
                <a:path extrusionOk="0" h="593" w="806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3"/>
            <p:cNvSpPr/>
            <p:nvPr/>
          </p:nvSpPr>
          <p:spPr>
            <a:xfrm>
              <a:off x="4196775" y="3287275"/>
              <a:ext cx="126650" cy="15725"/>
            </a:xfrm>
            <a:custGeom>
              <a:rect b="b" l="l" r="r" t="t"/>
              <a:pathLst>
                <a:path extrusionOk="0" h="629" w="5066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3"/>
            <p:cNvSpPr/>
            <p:nvPr/>
          </p:nvSpPr>
          <p:spPr>
            <a:xfrm>
              <a:off x="3917650" y="3287275"/>
              <a:ext cx="247725" cy="15725"/>
            </a:xfrm>
            <a:custGeom>
              <a:rect b="b" l="l" r="r" t="t"/>
              <a:pathLst>
                <a:path extrusionOk="0" h="629" w="9909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3"/>
            <p:cNvSpPr/>
            <p:nvPr/>
          </p:nvSpPr>
          <p:spPr>
            <a:xfrm>
              <a:off x="3805825" y="3287275"/>
              <a:ext cx="75800" cy="15725"/>
            </a:xfrm>
            <a:custGeom>
              <a:rect b="b" l="l" r="r" t="t"/>
              <a:pathLst>
                <a:path extrusionOk="0" h="629" w="3032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3"/>
            <p:cNvSpPr/>
            <p:nvPr/>
          </p:nvSpPr>
          <p:spPr>
            <a:xfrm>
              <a:off x="1700350" y="3333475"/>
              <a:ext cx="69325" cy="154400"/>
            </a:xfrm>
            <a:custGeom>
              <a:rect b="b" l="l" r="r" t="t"/>
              <a:pathLst>
                <a:path extrusionOk="0" h="6176" w="2773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3"/>
            <p:cNvSpPr/>
            <p:nvPr/>
          </p:nvSpPr>
          <p:spPr>
            <a:xfrm>
              <a:off x="1838975" y="3401875"/>
              <a:ext cx="69350" cy="86000"/>
            </a:xfrm>
            <a:custGeom>
              <a:rect b="b" l="l" r="r" t="t"/>
              <a:pathLst>
                <a:path extrusionOk="0" h="3440" w="2774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3"/>
            <p:cNvSpPr/>
            <p:nvPr/>
          </p:nvSpPr>
          <p:spPr>
            <a:xfrm>
              <a:off x="1977625" y="3441625"/>
              <a:ext cx="69350" cy="46250"/>
            </a:xfrm>
            <a:custGeom>
              <a:rect b="b" l="l" r="r" t="t"/>
              <a:pathLst>
                <a:path extrusionOk="0" h="1850" w="2774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3"/>
            <p:cNvSpPr/>
            <p:nvPr/>
          </p:nvSpPr>
          <p:spPr>
            <a:xfrm>
              <a:off x="2116250" y="3378775"/>
              <a:ext cx="69350" cy="109100"/>
            </a:xfrm>
            <a:custGeom>
              <a:rect b="b" l="l" r="r" t="t"/>
              <a:pathLst>
                <a:path extrusionOk="0" h="4364" w="2774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p3"/>
            <p:cNvSpPr/>
            <p:nvPr/>
          </p:nvSpPr>
          <p:spPr>
            <a:xfrm>
              <a:off x="2254900" y="3418525"/>
              <a:ext cx="69350" cy="69350"/>
            </a:xfrm>
            <a:custGeom>
              <a:rect b="b" l="l" r="r" t="t"/>
              <a:pathLst>
                <a:path extrusionOk="0" h="2774" w="2774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p3"/>
            <p:cNvSpPr/>
            <p:nvPr/>
          </p:nvSpPr>
          <p:spPr>
            <a:xfrm>
              <a:off x="2393550" y="3373225"/>
              <a:ext cx="69325" cy="114650"/>
            </a:xfrm>
            <a:custGeom>
              <a:rect b="b" l="l" r="r" t="t"/>
              <a:pathLst>
                <a:path extrusionOk="0" h="4586" w="2773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p3"/>
            <p:cNvSpPr/>
            <p:nvPr/>
          </p:nvSpPr>
          <p:spPr>
            <a:xfrm>
              <a:off x="2532175" y="3468425"/>
              <a:ext cx="69350" cy="19450"/>
            </a:xfrm>
            <a:custGeom>
              <a:rect b="b" l="l" r="r" t="t"/>
              <a:pathLst>
                <a:path extrusionOk="0" h="778" w="2774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3"/>
            <p:cNvSpPr/>
            <p:nvPr/>
          </p:nvSpPr>
          <p:spPr>
            <a:xfrm>
              <a:off x="2670825" y="3333475"/>
              <a:ext cx="69350" cy="154400"/>
            </a:xfrm>
            <a:custGeom>
              <a:rect b="b" l="l" r="r" t="t"/>
              <a:pathLst>
                <a:path extrusionOk="0" h="6176" w="2774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3"/>
            <p:cNvSpPr/>
            <p:nvPr/>
          </p:nvSpPr>
          <p:spPr>
            <a:xfrm>
              <a:off x="2809450" y="3431450"/>
              <a:ext cx="69350" cy="56425"/>
            </a:xfrm>
            <a:custGeom>
              <a:rect b="b" l="l" r="r" t="t"/>
              <a:pathLst>
                <a:path extrusionOk="0" h="2257" w="2774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3"/>
            <p:cNvSpPr/>
            <p:nvPr/>
          </p:nvSpPr>
          <p:spPr>
            <a:xfrm>
              <a:off x="2948100" y="3465650"/>
              <a:ext cx="69350" cy="22225"/>
            </a:xfrm>
            <a:custGeom>
              <a:rect b="b" l="l" r="r" t="t"/>
              <a:pathLst>
                <a:path extrusionOk="0" h="889" w="2774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p3"/>
            <p:cNvSpPr/>
            <p:nvPr/>
          </p:nvSpPr>
          <p:spPr>
            <a:xfrm>
              <a:off x="3086750" y="3437000"/>
              <a:ext cx="69325" cy="50875"/>
            </a:xfrm>
            <a:custGeom>
              <a:rect b="b" l="l" r="r" t="t"/>
              <a:pathLst>
                <a:path extrusionOk="0" h="2035" w="2773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p3"/>
            <p:cNvSpPr/>
            <p:nvPr/>
          </p:nvSpPr>
          <p:spPr>
            <a:xfrm>
              <a:off x="3225375" y="3333475"/>
              <a:ext cx="69350" cy="154400"/>
            </a:xfrm>
            <a:custGeom>
              <a:rect b="b" l="l" r="r" t="t"/>
              <a:pathLst>
                <a:path extrusionOk="0" h="6176" w="2774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p3"/>
            <p:cNvSpPr/>
            <p:nvPr/>
          </p:nvSpPr>
          <p:spPr>
            <a:xfrm>
              <a:off x="3364025" y="3364900"/>
              <a:ext cx="69325" cy="122975"/>
            </a:xfrm>
            <a:custGeom>
              <a:rect b="b" l="l" r="r" t="t"/>
              <a:pathLst>
                <a:path extrusionOk="0" h="4919" w="2773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3"/>
            <p:cNvSpPr/>
            <p:nvPr/>
          </p:nvSpPr>
          <p:spPr>
            <a:xfrm>
              <a:off x="3502650" y="3386175"/>
              <a:ext cx="69350" cy="101700"/>
            </a:xfrm>
            <a:custGeom>
              <a:rect b="b" l="l" r="r" t="t"/>
              <a:pathLst>
                <a:path extrusionOk="0" h="4068" w="2774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3"/>
            <p:cNvSpPr/>
            <p:nvPr/>
          </p:nvSpPr>
          <p:spPr>
            <a:xfrm>
              <a:off x="3855725" y="1244650"/>
              <a:ext cx="170100" cy="822625"/>
            </a:xfrm>
            <a:custGeom>
              <a:rect b="b" l="l" r="r" t="t"/>
              <a:pathLst>
                <a:path extrusionOk="0" h="32905" w="6804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3"/>
            <p:cNvSpPr/>
            <p:nvPr/>
          </p:nvSpPr>
          <p:spPr>
            <a:xfrm>
              <a:off x="4130225" y="1239100"/>
              <a:ext cx="302275" cy="14800"/>
            </a:xfrm>
            <a:custGeom>
              <a:rect b="b" l="l" r="r" t="t"/>
              <a:pathLst>
                <a:path extrusionOk="0" h="592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3"/>
            <p:cNvSpPr/>
            <p:nvPr/>
          </p:nvSpPr>
          <p:spPr>
            <a:xfrm>
              <a:off x="4130225" y="1330600"/>
              <a:ext cx="302275" cy="15725"/>
            </a:xfrm>
            <a:custGeom>
              <a:rect b="b" l="l" r="r" t="t"/>
              <a:pathLst>
                <a:path extrusionOk="0" h="629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p3"/>
            <p:cNvSpPr/>
            <p:nvPr/>
          </p:nvSpPr>
          <p:spPr>
            <a:xfrm>
              <a:off x="4130225" y="1422100"/>
              <a:ext cx="302275" cy="15725"/>
            </a:xfrm>
            <a:custGeom>
              <a:rect b="b" l="l" r="r" t="t"/>
              <a:pathLst>
                <a:path extrusionOk="0" h="629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p3"/>
            <p:cNvSpPr/>
            <p:nvPr/>
          </p:nvSpPr>
          <p:spPr>
            <a:xfrm>
              <a:off x="1709575" y="4545200"/>
              <a:ext cx="317975" cy="15750"/>
            </a:xfrm>
            <a:custGeom>
              <a:rect b="b" l="l" r="r" t="t"/>
              <a:pathLst>
                <a:path extrusionOk="0" h="630" w="12719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p3"/>
            <p:cNvSpPr/>
            <p:nvPr/>
          </p:nvSpPr>
          <p:spPr>
            <a:xfrm>
              <a:off x="1709575" y="4631150"/>
              <a:ext cx="317975" cy="15750"/>
            </a:xfrm>
            <a:custGeom>
              <a:rect b="b" l="l" r="r" t="t"/>
              <a:pathLst>
                <a:path extrusionOk="0" h="630" w="12719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3"/>
            <p:cNvSpPr/>
            <p:nvPr/>
          </p:nvSpPr>
          <p:spPr>
            <a:xfrm>
              <a:off x="1709575" y="4717125"/>
              <a:ext cx="317975" cy="15725"/>
            </a:xfrm>
            <a:custGeom>
              <a:rect b="b" l="l" r="r" t="t"/>
              <a:pathLst>
                <a:path extrusionOk="0" h="629" w="12719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3"/>
            <p:cNvSpPr/>
            <p:nvPr/>
          </p:nvSpPr>
          <p:spPr>
            <a:xfrm>
              <a:off x="1709575" y="4803075"/>
              <a:ext cx="317975" cy="14800"/>
            </a:xfrm>
            <a:custGeom>
              <a:rect b="b" l="l" r="r" t="t"/>
              <a:pathLst>
                <a:path extrusionOk="0" h="592" w="12719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3"/>
            <p:cNvSpPr/>
            <p:nvPr/>
          </p:nvSpPr>
          <p:spPr>
            <a:xfrm>
              <a:off x="2163400" y="3753100"/>
              <a:ext cx="949250" cy="949250"/>
            </a:xfrm>
            <a:custGeom>
              <a:rect b="b" l="l" r="r" t="t"/>
              <a:pathLst>
                <a:path extrusionOk="0" h="37970" w="3797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3"/>
            <p:cNvSpPr/>
            <p:nvPr/>
          </p:nvSpPr>
          <p:spPr>
            <a:xfrm>
              <a:off x="2155075" y="3744775"/>
              <a:ext cx="965875" cy="965900"/>
            </a:xfrm>
            <a:custGeom>
              <a:rect b="b" l="l" r="r" t="t"/>
              <a:pathLst>
                <a:path extrusionOk="0" h="38636" w="38635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1" name="Google Shape;2071;p3"/>
            <p:cNvSpPr/>
            <p:nvPr/>
          </p:nvSpPr>
          <p:spPr>
            <a:xfrm>
              <a:off x="2283550" y="3873250"/>
              <a:ext cx="708950" cy="708950"/>
            </a:xfrm>
            <a:custGeom>
              <a:rect b="b" l="l" r="r" t="t"/>
              <a:pathLst>
                <a:path extrusionOk="0" h="28358" w="28358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2" name="Google Shape;2072;p3"/>
            <p:cNvSpPr/>
            <p:nvPr/>
          </p:nvSpPr>
          <p:spPr>
            <a:xfrm>
              <a:off x="2275225" y="3864950"/>
              <a:ext cx="725575" cy="725575"/>
            </a:xfrm>
            <a:custGeom>
              <a:rect b="b" l="l" r="r" t="t"/>
              <a:pathLst>
                <a:path extrusionOk="0" h="29023" w="29023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3" name="Google Shape;2073;p3"/>
            <p:cNvSpPr/>
            <p:nvPr/>
          </p:nvSpPr>
          <p:spPr>
            <a:xfrm>
              <a:off x="2413875" y="4003575"/>
              <a:ext cx="448300" cy="448300"/>
            </a:xfrm>
            <a:custGeom>
              <a:rect b="b" l="l" r="r" t="t"/>
              <a:pathLst>
                <a:path extrusionOk="0" h="17932" w="17932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p3"/>
            <p:cNvSpPr/>
            <p:nvPr/>
          </p:nvSpPr>
          <p:spPr>
            <a:xfrm>
              <a:off x="2406475" y="3996175"/>
              <a:ext cx="463075" cy="463100"/>
            </a:xfrm>
            <a:custGeom>
              <a:rect b="b" l="l" r="r" t="t"/>
              <a:pathLst>
                <a:path extrusionOk="0" h="18524" w="18523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p3"/>
            <p:cNvSpPr/>
            <p:nvPr/>
          </p:nvSpPr>
          <p:spPr>
            <a:xfrm>
              <a:off x="1636575" y="3993425"/>
              <a:ext cx="469550" cy="468625"/>
            </a:xfrm>
            <a:custGeom>
              <a:rect b="b" l="l" r="r" t="t"/>
              <a:pathLst>
                <a:path extrusionOk="0" h="18745" w="18782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6" name="Google Shape;2076;p3"/>
            <p:cNvSpPr/>
            <p:nvPr/>
          </p:nvSpPr>
          <p:spPr>
            <a:xfrm>
              <a:off x="1629175" y="3985100"/>
              <a:ext cx="484325" cy="485250"/>
            </a:xfrm>
            <a:custGeom>
              <a:rect b="b" l="l" r="r" t="t"/>
              <a:pathLst>
                <a:path extrusionOk="0" h="19410" w="19373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7" name="Google Shape;2077;p3"/>
            <p:cNvSpPr/>
            <p:nvPr/>
          </p:nvSpPr>
          <p:spPr>
            <a:xfrm>
              <a:off x="1740075" y="4096925"/>
              <a:ext cx="262525" cy="262525"/>
            </a:xfrm>
            <a:custGeom>
              <a:rect b="b" l="l" r="r" t="t"/>
              <a:pathLst>
                <a:path extrusionOk="0" h="10501" w="10501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p3"/>
            <p:cNvSpPr/>
            <p:nvPr/>
          </p:nvSpPr>
          <p:spPr>
            <a:xfrm>
              <a:off x="1732700" y="4088600"/>
              <a:ext cx="277300" cy="278250"/>
            </a:xfrm>
            <a:custGeom>
              <a:rect b="b" l="l" r="r" t="t"/>
              <a:pathLst>
                <a:path extrusionOk="0" h="11130" w="11092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p3"/>
            <p:cNvSpPr/>
            <p:nvPr/>
          </p:nvSpPr>
          <p:spPr>
            <a:xfrm>
              <a:off x="1304750" y="4090450"/>
              <a:ext cx="274525" cy="274550"/>
            </a:xfrm>
            <a:custGeom>
              <a:rect b="b" l="l" r="r" t="t"/>
              <a:pathLst>
                <a:path extrusionOk="0" h="10982" w="10981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0" name="Google Shape;2080;p3"/>
            <p:cNvSpPr/>
            <p:nvPr/>
          </p:nvSpPr>
          <p:spPr>
            <a:xfrm>
              <a:off x="1297350" y="4083075"/>
              <a:ext cx="290250" cy="289300"/>
            </a:xfrm>
            <a:custGeom>
              <a:rect b="b" l="l" r="r" t="t"/>
              <a:pathLst>
                <a:path extrusionOk="0" h="11572" w="1161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p3"/>
            <p:cNvSpPr/>
            <p:nvPr/>
          </p:nvSpPr>
          <p:spPr>
            <a:xfrm>
              <a:off x="1364825" y="4150550"/>
              <a:ext cx="154375" cy="154375"/>
            </a:xfrm>
            <a:custGeom>
              <a:rect b="b" l="l" r="r" t="t"/>
              <a:pathLst>
                <a:path extrusionOk="0" h="6175" w="6175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p3"/>
            <p:cNvSpPr/>
            <p:nvPr/>
          </p:nvSpPr>
          <p:spPr>
            <a:xfrm>
              <a:off x="1357450" y="4143150"/>
              <a:ext cx="169150" cy="169150"/>
            </a:xfrm>
            <a:custGeom>
              <a:rect b="b" l="l" r="r" t="t"/>
              <a:pathLst>
                <a:path extrusionOk="0" h="6766" w="6766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3"/>
            <p:cNvSpPr/>
            <p:nvPr/>
          </p:nvSpPr>
          <p:spPr>
            <a:xfrm>
              <a:off x="1150400" y="4228175"/>
              <a:ext cx="1488100" cy="25"/>
            </a:xfrm>
            <a:custGeom>
              <a:rect b="b" l="l" r="r" t="t"/>
              <a:pathLst>
                <a:path extrusionOk="0" h="1" w="59524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3"/>
            <p:cNvSpPr/>
            <p:nvPr/>
          </p:nvSpPr>
          <p:spPr>
            <a:xfrm>
              <a:off x="1143000" y="4219850"/>
              <a:ext cx="1502900" cy="15750"/>
            </a:xfrm>
            <a:custGeom>
              <a:rect b="b" l="l" r="r" t="t"/>
              <a:pathLst>
                <a:path extrusionOk="0" h="630" w="60116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3"/>
            <p:cNvSpPr/>
            <p:nvPr/>
          </p:nvSpPr>
          <p:spPr>
            <a:xfrm>
              <a:off x="2662500" y="939625"/>
              <a:ext cx="943700" cy="739450"/>
            </a:xfrm>
            <a:custGeom>
              <a:rect b="b" l="l" r="r" t="t"/>
              <a:pathLst>
                <a:path extrusionOk="0" h="29578" w="37748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p3"/>
            <p:cNvSpPr/>
            <p:nvPr/>
          </p:nvSpPr>
          <p:spPr>
            <a:xfrm>
              <a:off x="2752150" y="1489575"/>
              <a:ext cx="854050" cy="189500"/>
            </a:xfrm>
            <a:custGeom>
              <a:rect b="b" l="l" r="r" t="t"/>
              <a:pathLst>
                <a:path extrusionOk="0" h="7580" w="34162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p3"/>
            <p:cNvSpPr/>
            <p:nvPr/>
          </p:nvSpPr>
          <p:spPr>
            <a:xfrm>
              <a:off x="2662500" y="1694750"/>
              <a:ext cx="943700" cy="74900"/>
            </a:xfrm>
            <a:custGeom>
              <a:rect b="b" l="l" r="r" t="t"/>
              <a:pathLst>
                <a:path extrusionOk="0" h="2996" w="37748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p3"/>
            <p:cNvSpPr/>
            <p:nvPr/>
          </p:nvSpPr>
          <p:spPr>
            <a:xfrm>
              <a:off x="2662500" y="1679050"/>
              <a:ext cx="943700" cy="15725"/>
            </a:xfrm>
            <a:custGeom>
              <a:rect b="b" l="l" r="r" t="t"/>
              <a:pathLst>
                <a:path extrusionOk="0" h="629" w="37748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9" name="Google Shape;2089;p3"/>
            <p:cNvSpPr/>
            <p:nvPr/>
          </p:nvSpPr>
          <p:spPr>
            <a:xfrm>
              <a:off x="2655100" y="932250"/>
              <a:ext cx="959425" cy="844800"/>
            </a:xfrm>
            <a:custGeom>
              <a:rect b="b" l="l" r="r" t="t"/>
              <a:pathLst>
                <a:path extrusionOk="0" h="33792" w="38377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0" name="Google Shape;2090;p3"/>
            <p:cNvSpPr/>
            <p:nvPr/>
          </p:nvSpPr>
          <p:spPr>
            <a:xfrm>
              <a:off x="2662500" y="939625"/>
              <a:ext cx="943700" cy="141450"/>
            </a:xfrm>
            <a:custGeom>
              <a:rect b="b" l="l" r="r" t="t"/>
              <a:pathLst>
                <a:path extrusionOk="0" h="5658" w="37748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p3"/>
            <p:cNvSpPr/>
            <p:nvPr/>
          </p:nvSpPr>
          <p:spPr>
            <a:xfrm>
              <a:off x="2655100" y="932250"/>
              <a:ext cx="959425" cy="156225"/>
            </a:xfrm>
            <a:custGeom>
              <a:rect b="b" l="l" r="r" t="t"/>
              <a:pathLst>
                <a:path extrusionOk="0" h="6249" w="38377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p3"/>
            <p:cNvSpPr/>
            <p:nvPr/>
          </p:nvSpPr>
          <p:spPr>
            <a:xfrm>
              <a:off x="2942550" y="1191950"/>
              <a:ext cx="389150" cy="389150"/>
            </a:xfrm>
            <a:custGeom>
              <a:rect b="b" l="l" r="r" t="t"/>
              <a:pathLst>
                <a:path extrusionOk="0" h="15566" w="15566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p3"/>
            <p:cNvSpPr/>
            <p:nvPr/>
          </p:nvSpPr>
          <p:spPr>
            <a:xfrm>
              <a:off x="2935150" y="1183650"/>
              <a:ext cx="404850" cy="404850"/>
            </a:xfrm>
            <a:custGeom>
              <a:rect b="b" l="l" r="r" t="t"/>
              <a:pathLst>
                <a:path extrusionOk="0" h="16194" w="16194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4" name="Google Shape;2094;p3"/>
            <p:cNvSpPr/>
            <p:nvPr/>
          </p:nvSpPr>
          <p:spPr>
            <a:xfrm>
              <a:off x="3046075" y="1257575"/>
              <a:ext cx="228325" cy="263450"/>
            </a:xfrm>
            <a:custGeom>
              <a:rect b="b" l="l" r="r" t="t"/>
              <a:pathLst>
                <a:path extrusionOk="0" h="10538" w="9133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p3"/>
            <p:cNvSpPr/>
            <p:nvPr/>
          </p:nvSpPr>
          <p:spPr>
            <a:xfrm>
              <a:off x="3038675" y="1250425"/>
              <a:ext cx="243100" cy="278675"/>
            </a:xfrm>
            <a:custGeom>
              <a:rect b="b" l="l" r="r" t="t"/>
              <a:pathLst>
                <a:path extrusionOk="0" h="11147" w="9724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6" name="Google Shape;2096;p3"/>
          <p:cNvGrpSpPr/>
          <p:nvPr/>
        </p:nvGrpSpPr>
        <p:grpSpPr>
          <a:xfrm>
            <a:off x="282437" y="550135"/>
            <a:ext cx="635100" cy="734640"/>
            <a:chOff x="731647" y="573573"/>
            <a:chExt cx="635100" cy="734640"/>
          </a:xfrm>
        </p:grpSpPr>
        <p:grpSp>
          <p:nvGrpSpPr>
            <p:cNvPr id="2097" name="Google Shape;2097;p3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098" name="Google Shape;2098;p3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9" name="Google Shape;2099;p3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0" name="Google Shape;2100;p3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01" name="Google Shape;2101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2" name="Google Shape;2102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3" name="Google Shape;2103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04" name="Google Shape;2104;p3"/>
          <p:cNvGrpSpPr/>
          <p:nvPr/>
        </p:nvGrpSpPr>
        <p:grpSpPr>
          <a:xfrm>
            <a:off x="282437" y="1627022"/>
            <a:ext cx="635100" cy="733491"/>
            <a:chOff x="731647" y="1650460"/>
            <a:chExt cx="635100" cy="733491"/>
          </a:xfrm>
        </p:grpSpPr>
        <p:grpSp>
          <p:nvGrpSpPr>
            <p:cNvPr id="2105" name="Google Shape;2105;p3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06" name="Google Shape;2106;p3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7" name="Google Shape;2107;p3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8" name="Google Shape;2108;p3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09" name="Google Shape;2109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0" name="Google Shape;2110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1" name="Google Shape;2111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12" name="Google Shape;2112;p3"/>
          <p:cNvGrpSpPr/>
          <p:nvPr/>
        </p:nvGrpSpPr>
        <p:grpSpPr>
          <a:xfrm>
            <a:off x="282437" y="2704839"/>
            <a:ext cx="635100" cy="734983"/>
            <a:chOff x="731647" y="2728277"/>
            <a:chExt cx="635100" cy="734983"/>
          </a:xfrm>
        </p:grpSpPr>
        <p:grpSp>
          <p:nvGrpSpPr>
            <p:cNvPr id="2113" name="Google Shape;2113;p3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14" name="Google Shape;2114;p3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5" name="Google Shape;2115;p3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16" name="Google Shape;2116;p3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17" name="Google Shape;2117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8" name="Google Shape;2118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9" name="Google Shape;2119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20" name="Google Shape;2120;p3"/>
          <p:cNvGrpSpPr/>
          <p:nvPr/>
        </p:nvGrpSpPr>
        <p:grpSpPr>
          <a:xfrm>
            <a:off x="282437" y="3783237"/>
            <a:ext cx="635100" cy="734704"/>
            <a:chOff x="731647" y="3806675"/>
            <a:chExt cx="635100" cy="734704"/>
          </a:xfrm>
        </p:grpSpPr>
        <p:grpSp>
          <p:nvGrpSpPr>
            <p:cNvPr id="2121" name="Google Shape;2121;p3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22" name="Google Shape;2122;p3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3" name="Google Shape;2123;p3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4" name="Google Shape;2124;p3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25" name="Google Shape;2125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6" name="Google Shape;2126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7" name="Google Shape;2127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28" name="Google Shape;2128;p3"/>
          <p:cNvSpPr txBox="1"/>
          <p:nvPr>
            <p:ph type="title"/>
          </p:nvPr>
        </p:nvSpPr>
        <p:spPr>
          <a:xfrm>
            <a:off x="3833775" y="168125"/>
            <a:ext cx="5020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Overall Epics (By First Priority)</a:t>
            </a:r>
            <a:endParaRPr/>
          </a:p>
        </p:txBody>
      </p:sp>
      <p:sp>
        <p:nvSpPr>
          <p:cNvPr id="2129" name="Google Shape;2129;p3"/>
          <p:cNvSpPr txBox="1"/>
          <p:nvPr>
            <p:ph idx="2" type="subTitle"/>
          </p:nvPr>
        </p:nvSpPr>
        <p:spPr>
          <a:xfrm>
            <a:off x="1075533" y="689800"/>
            <a:ext cx="38481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100">
                <a:solidFill>
                  <a:srgbClr val="000000"/>
                </a:solidFill>
              </a:rPr>
              <a:t> Build a secure user authentication system for the app, which includes both the ability for a registered student to log in and for a new visitor to create an account.</a:t>
            </a:r>
            <a:endParaRPr/>
          </a:p>
        </p:txBody>
      </p:sp>
      <p:sp>
        <p:nvSpPr>
          <p:cNvPr id="2130" name="Google Shape;2130;p3"/>
          <p:cNvSpPr txBox="1"/>
          <p:nvPr>
            <p:ph idx="1" type="subTitle"/>
          </p:nvPr>
        </p:nvSpPr>
        <p:spPr>
          <a:xfrm>
            <a:off x="1075531" y="459246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latin typeface="Fjalla One"/>
                <a:ea typeface="Fjalla One"/>
                <a:cs typeface="Fjalla One"/>
                <a:sym typeface="Fjalla One"/>
              </a:rPr>
              <a:t>Secure User Access</a:t>
            </a:r>
            <a:endParaRPr sz="2300"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131" name="Google Shape;2131;p3"/>
          <p:cNvSpPr txBox="1"/>
          <p:nvPr>
            <p:ph idx="3" type="subTitle"/>
          </p:nvPr>
        </p:nvSpPr>
        <p:spPr>
          <a:xfrm>
            <a:off x="1075531" y="154882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Fjalla One"/>
                <a:ea typeface="Fjalla One"/>
                <a:cs typeface="Fjalla One"/>
                <a:sym typeface="Fjalla One"/>
              </a:rPr>
              <a:t>Student Profile and Questionnaire</a:t>
            </a:r>
            <a:endParaRPr sz="2100"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132" name="Google Shape;2132;p3"/>
          <p:cNvSpPr txBox="1"/>
          <p:nvPr>
            <p:ph idx="4" type="subTitle"/>
          </p:nvPr>
        </p:nvSpPr>
        <p:spPr>
          <a:xfrm>
            <a:off x="1075534" y="1768775"/>
            <a:ext cx="3268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Creating a system that allows students to build and manage their personal profiles. The system will then use this information to personalize recommendations.</a:t>
            </a:r>
            <a:endParaRPr sz="1100"/>
          </a:p>
        </p:txBody>
      </p:sp>
      <p:sp>
        <p:nvSpPr>
          <p:cNvPr id="2133" name="Google Shape;2133;p3"/>
          <p:cNvSpPr txBox="1"/>
          <p:nvPr>
            <p:ph idx="5" type="subTitle"/>
          </p:nvPr>
        </p:nvSpPr>
        <p:spPr>
          <a:xfrm>
            <a:off x="1075533" y="2564300"/>
            <a:ext cx="3738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latin typeface="Fjalla One"/>
                <a:ea typeface="Fjalla One"/>
                <a:cs typeface="Fjalla One"/>
                <a:sym typeface="Fjalla One"/>
              </a:rPr>
              <a:t>Advanced Questionnaire (AI-Assisted)</a:t>
            </a:r>
            <a:endParaRPr sz="2300"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134" name="Google Shape;2134;p3"/>
          <p:cNvSpPr txBox="1"/>
          <p:nvPr>
            <p:ph idx="6" type="subTitle"/>
          </p:nvPr>
        </p:nvSpPr>
        <p:spPr>
          <a:xfrm>
            <a:off x="1075534" y="2847775"/>
            <a:ext cx="3268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0000"/>
                </a:solidFill>
              </a:rPr>
              <a:t>Designed to guide students through a more detailed assessment. Based on those initial responses, the system then uses Gemini AI to generate a unique set of 8 personalized follow-up questions.</a:t>
            </a:r>
            <a:endParaRPr/>
          </a:p>
        </p:txBody>
      </p:sp>
      <p:sp>
        <p:nvSpPr>
          <p:cNvPr id="2135" name="Google Shape;2135;p3"/>
          <p:cNvSpPr txBox="1"/>
          <p:nvPr>
            <p:ph idx="7" type="subTitle"/>
          </p:nvPr>
        </p:nvSpPr>
        <p:spPr>
          <a:xfrm>
            <a:off x="1075543" y="3706800"/>
            <a:ext cx="3031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Fjalla One"/>
                <a:ea typeface="Fjalla One"/>
                <a:cs typeface="Fjalla One"/>
                <a:sym typeface="Fjalla One"/>
              </a:rPr>
              <a:t>Job Matches and Recommendations</a:t>
            </a:r>
            <a:endParaRPr sz="2100"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136" name="Google Shape;2136;p3"/>
          <p:cNvSpPr txBox="1"/>
          <p:nvPr>
            <p:ph idx="8" type="subTitle"/>
          </p:nvPr>
        </p:nvSpPr>
        <p:spPr>
          <a:xfrm>
            <a:off x="1075534" y="3926775"/>
            <a:ext cx="28698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0000"/>
                </a:solidFill>
              </a:rPr>
              <a:t>Providing personalized career opportunities to students. It uses a backend API to generate a list of job matches with a relevance score and a reason.</a:t>
            </a:r>
            <a:endParaRPr sz="1100"/>
          </a:p>
        </p:txBody>
      </p:sp>
      <p:sp>
        <p:nvSpPr>
          <p:cNvPr id="2137" name="Google Shape;2137;p3"/>
          <p:cNvSpPr txBox="1"/>
          <p:nvPr>
            <p:ph idx="9" type="title"/>
          </p:nvPr>
        </p:nvSpPr>
        <p:spPr>
          <a:xfrm>
            <a:off x="364606" y="698938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38" name="Google Shape;2138;p3"/>
          <p:cNvSpPr txBox="1"/>
          <p:nvPr>
            <p:ph idx="13" type="title"/>
          </p:nvPr>
        </p:nvSpPr>
        <p:spPr>
          <a:xfrm>
            <a:off x="364606" y="1777930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39" name="Google Shape;2139;p3"/>
          <p:cNvSpPr txBox="1"/>
          <p:nvPr>
            <p:ph idx="14" type="title"/>
          </p:nvPr>
        </p:nvSpPr>
        <p:spPr>
          <a:xfrm>
            <a:off x="364606" y="2856922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40" name="Google Shape;2140;p3"/>
          <p:cNvSpPr txBox="1"/>
          <p:nvPr>
            <p:ph idx="15" type="title"/>
          </p:nvPr>
        </p:nvSpPr>
        <p:spPr>
          <a:xfrm>
            <a:off x="364606" y="3935914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4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Google Shape;2145;p5"/>
          <p:cNvSpPr txBox="1"/>
          <p:nvPr>
            <p:ph type="title"/>
          </p:nvPr>
        </p:nvSpPr>
        <p:spPr>
          <a:xfrm>
            <a:off x="2167212" y="1107196"/>
            <a:ext cx="48096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Team Introduction</a:t>
            </a:r>
            <a:endParaRPr/>
          </a:p>
        </p:txBody>
      </p:sp>
      <p:sp>
        <p:nvSpPr>
          <p:cNvPr id="2146" name="Google Shape;2146;p5"/>
          <p:cNvSpPr txBox="1"/>
          <p:nvPr>
            <p:ph idx="1" type="subTitle"/>
          </p:nvPr>
        </p:nvSpPr>
        <p:spPr>
          <a:xfrm>
            <a:off x="683592" y="2757075"/>
            <a:ext cx="24282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Calvin </a:t>
            </a:r>
            <a:br>
              <a:rPr lang="en" sz="1600"/>
            </a:br>
            <a:r>
              <a:rPr lang="en" sz="1600"/>
              <a:t>Product Owner </a:t>
            </a:r>
            <a:endParaRPr sz="1600"/>
          </a:p>
        </p:txBody>
      </p:sp>
      <p:grpSp>
        <p:nvGrpSpPr>
          <p:cNvPr id="2147" name="Google Shape;2147;p5"/>
          <p:cNvGrpSpPr/>
          <p:nvPr/>
        </p:nvGrpSpPr>
        <p:grpSpPr>
          <a:xfrm>
            <a:off x="1753137" y="1957885"/>
            <a:ext cx="635100" cy="734640"/>
            <a:chOff x="731647" y="573573"/>
            <a:chExt cx="635100" cy="734640"/>
          </a:xfrm>
        </p:grpSpPr>
        <p:grpSp>
          <p:nvGrpSpPr>
            <p:cNvPr id="2148" name="Google Shape;2148;p5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49" name="Google Shape;2149;p5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0" name="Google Shape;2150;p5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51" name="Google Shape;2151;p5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52" name="Google Shape;2152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3" name="Google Shape;2153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4" name="Google Shape;2154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55" name="Google Shape;2155;p5"/>
          <p:cNvGrpSpPr/>
          <p:nvPr/>
        </p:nvGrpSpPr>
        <p:grpSpPr>
          <a:xfrm>
            <a:off x="3514821" y="1958447"/>
            <a:ext cx="635100" cy="733491"/>
            <a:chOff x="731647" y="1650460"/>
            <a:chExt cx="635100" cy="733491"/>
          </a:xfrm>
        </p:grpSpPr>
        <p:grpSp>
          <p:nvGrpSpPr>
            <p:cNvPr id="2156" name="Google Shape;2156;p5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57" name="Google Shape;2157;p5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8" name="Google Shape;2158;p5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59" name="Google Shape;2159;p5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60" name="Google Shape;2160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1" name="Google Shape;2161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2" name="Google Shape;2162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63" name="Google Shape;2163;p5"/>
          <p:cNvGrpSpPr/>
          <p:nvPr/>
        </p:nvGrpSpPr>
        <p:grpSpPr>
          <a:xfrm>
            <a:off x="5260846" y="1996989"/>
            <a:ext cx="635100" cy="734983"/>
            <a:chOff x="731647" y="2728277"/>
            <a:chExt cx="635100" cy="734983"/>
          </a:xfrm>
        </p:grpSpPr>
        <p:grpSp>
          <p:nvGrpSpPr>
            <p:cNvPr id="2164" name="Google Shape;2164;p5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65" name="Google Shape;2165;p5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6" name="Google Shape;2166;p5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67" name="Google Shape;2167;p5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68" name="Google Shape;2168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9" name="Google Shape;2169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0" name="Google Shape;2170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71" name="Google Shape;2171;p5"/>
          <p:cNvGrpSpPr/>
          <p:nvPr/>
        </p:nvGrpSpPr>
        <p:grpSpPr>
          <a:xfrm>
            <a:off x="6864787" y="1955424"/>
            <a:ext cx="635100" cy="734704"/>
            <a:chOff x="731647" y="3806675"/>
            <a:chExt cx="635100" cy="734704"/>
          </a:xfrm>
        </p:grpSpPr>
        <p:grpSp>
          <p:nvGrpSpPr>
            <p:cNvPr id="2172" name="Google Shape;2172;p5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73" name="Google Shape;2173;p5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4" name="Google Shape;2174;p5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75" name="Google Shape;2175;p5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76" name="Google Shape;2176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7" name="Google Shape;2177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8" name="Google Shape;2178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79" name="Google Shape;2179;p5"/>
          <p:cNvSpPr txBox="1"/>
          <p:nvPr>
            <p:ph idx="4294967295" type="title"/>
          </p:nvPr>
        </p:nvSpPr>
        <p:spPr>
          <a:xfrm>
            <a:off x="1564868" y="2106675"/>
            <a:ext cx="101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80" name="Google Shape;2180;p5"/>
          <p:cNvSpPr txBox="1"/>
          <p:nvPr>
            <p:ph idx="4294967295" type="title"/>
          </p:nvPr>
        </p:nvSpPr>
        <p:spPr>
          <a:xfrm>
            <a:off x="3397354" y="2109350"/>
            <a:ext cx="870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81" name="Google Shape;2181;p5"/>
          <p:cNvSpPr txBox="1"/>
          <p:nvPr>
            <p:ph idx="4294967295" type="title"/>
          </p:nvPr>
        </p:nvSpPr>
        <p:spPr>
          <a:xfrm>
            <a:off x="5190480" y="2149075"/>
            <a:ext cx="775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82" name="Google Shape;2182;p5"/>
          <p:cNvSpPr txBox="1"/>
          <p:nvPr>
            <p:ph idx="4294967295" type="title"/>
          </p:nvPr>
        </p:nvSpPr>
        <p:spPr>
          <a:xfrm>
            <a:off x="6747319" y="2108113"/>
            <a:ext cx="870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183" name="Google Shape;2183;p5"/>
          <p:cNvSpPr txBox="1"/>
          <p:nvPr>
            <p:ph idx="1" type="subTitle"/>
          </p:nvPr>
        </p:nvSpPr>
        <p:spPr>
          <a:xfrm>
            <a:off x="2530481" y="2757075"/>
            <a:ext cx="23049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Danielle</a:t>
            </a:r>
            <a:endParaRPr sz="1600"/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Scrum Master</a:t>
            </a:r>
            <a:endParaRPr sz="1600"/>
          </a:p>
        </p:txBody>
      </p:sp>
      <p:sp>
        <p:nvSpPr>
          <p:cNvPr id="2184" name="Google Shape;2184;p5"/>
          <p:cNvSpPr txBox="1"/>
          <p:nvPr>
            <p:ph idx="1" type="subTitle"/>
          </p:nvPr>
        </p:nvSpPr>
        <p:spPr>
          <a:xfrm>
            <a:off x="4149931" y="2757075"/>
            <a:ext cx="25095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Jeremy</a:t>
            </a:r>
            <a:endParaRPr sz="1600"/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Developer 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185" name="Google Shape;2185;p5"/>
          <p:cNvSpPr txBox="1"/>
          <p:nvPr>
            <p:ph idx="1" type="subTitle"/>
          </p:nvPr>
        </p:nvSpPr>
        <p:spPr>
          <a:xfrm>
            <a:off x="5770070" y="2757075"/>
            <a:ext cx="29031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Nate</a:t>
            </a:r>
            <a:endParaRPr sz="1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Developer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9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Google Shape;2190;g38202bc2634_1_0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Architecture Snapshot (Before)</a:t>
            </a:r>
            <a:endParaRPr/>
          </a:p>
        </p:txBody>
      </p:sp>
      <p:pic>
        <p:nvPicPr>
          <p:cNvPr id="2191" name="Google Shape;2191;g38202bc2634_1_0" title="ChatGPT Image Sep 22, 2025, 08_46_24 PM.png"/>
          <p:cNvPicPr preferRelativeResize="0"/>
          <p:nvPr/>
        </p:nvPicPr>
        <p:blipFill rotWithShape="1">
          <a:blip r:embed="rId3">
            <a:alphaModFix/>
          </a:blip>
          <a:srcRect b="0" l="0" r="0" t="5294"/>
          <a:stretch/>
        </p:blipFill>
        <p:spPr>
          <a:xfrm>
            <a:off x="2608088" y="1135000"/>
            <a:ext cx="3927675" cy="371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5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p8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Architecture Snapshot (After)</a:t>
            </a:r>
            <a:endParaRPr/>
          </a:p>
        </p:txBody>
      </p:sp>
      <p:pic>
        <p:nvPicPr>
          <p:cNvPr id="2197" name="Google Shape;2197;p8" title="ChatGPT Image Sep 22, 2025, 03_33_19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6700" y="961475"/>
            <a:ext cx="3388951" cy="4101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p9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Links to Demo/Github</a:t>
            </a:r>
            <a:endParaRPr/>
          </a:p>
        </p:txBody>
      </p:sp>
      <p:sp>
        <p:nvSpPr>
          <p:cNvPr id="2203" name="Google Shape;2203;p9"/>
          <p:cNvSpPr txBox="1"/>
          <p:nvPr/>
        </p:nvSpPr>
        <p:spPr>
          <a:xfrm>
            <a:off x="3175725" y="2172475"/>
            <a:ext cx="2792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u="sng">
                <a:solidFill>
                  <a:schemeClr val="hlink"/>
                </a:solidFill>
                <a:hlinkClick r:id="rId3"/>
              </a:rPr>
              <a:t>Github</a:t>
            </a:r>
            <a:endParaRPr sz="4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7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p29"/>
          <p:cNvSpPr txBox="1"/>
          <p:nvPr>
            <p:ph type="title"/>
          </p:nvPr>
        </p:nvSpPr>
        <p:spPr>
          <a:xfrm>
            <a:off x="2105425" y="1697448"/>
            <a:ext cx="49377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7200"/>
              <a:t>Thanks!</a:t>
            </a:r>
            <a:endParaRPr sz="7200"/>
          </a:p>
        </p:txBody>
      </p:sp>
      <p:grpSp>
        <p:nvGrpSpPr>
          <p:cNvPr id="2209" name="Google Shape;2209;p29"/>
          <p:cNvGrpSpPr/>
          <p:nvPr/>
        </p:nvGrpSpPr>
        <p:grpSpPr>
          <a:xfrm>
            <a:off x="3733763" y="3221625"/>
            <a:ext cx="1681025" cy="338359"/>
            <a:chOff x="3733763" y="3183525"/>
            <a:chExt cx="1681025" cy="338359"/>
          </a:xfrm>
        </p:grpSpPr>
        <p:sp>
          <p:nvSpPr>
            <p:cNvPr id="2210" name="Google Shape;2210;p29"/>
            <p:cNvSpPr/>
            <p:nvPr/>
          </p:nvSpPr>
          <p:spPr>
            <a:xfrm>
              <a:off x="3733763" y="3183525"/>
              <a:ext cx="338345" cy="338295"/>
            </a:xfrm>
            <a:custGeom>
              <a:rect b="b" l="l" r="r" t="t"/>
              <a:pathLst>
                <a:path extrusionOk="0" h="19982" w="19982">
                  <a:moveTo>
                    <a:pt x="14602" y="3500"/>
                  </a:moveTo>
                  <a:cubicBezTo>
                    <a:pt x="15137" y="3500"/>
                    <a:pt x="15682" y="3563"/>
                    <a:pt x="16247" y="3689"/>
                  </a:cubicBezTo>
                  <a:cubicBezTo>
                    <a:pt x="16179" y="4154"/>
                    <a:pt x="16095" y="4705"/>
                    <a:pt x="16033" y="5120"/>
                  </a:cubicBezTo>
                  <a:cubicBezTo>
                    <a:pt x="15810" y="5075"/>
                    <a:pt x="15484" y="5035"/>
                    <a:pt x="15150" y="5035"/>
                  </a:cubicBezTo>
                  <a:cubicBezTo>
                    <a:pt x="14968" y="5035"/>
                    <a:pt x="14783" y="5047"/>
                    <a:pt x="14611" y="5076"/>
                  </a:cubicBezTo>
                  <a:cubicBezTo>
                    <a:pt x="13536" y="5258"/>
                    <a:pt x="12918" y="5925"/>
                    <a:pt x="12918" y="6907"/>
                  </a:cubicBezTo>
                  <a:lnTo>
                    <a:pt x="12918" y="8819"/>
                  </a:lnTo>
                  <a:cubicBezTo>
                    <a:pt x="12918" y="9143"/>
                    <a:pt x="13180" y="9405"/>
                    <a:pt x="13504" y="9405"/>
                  </a:cubicBezTo>
                  <a:lnTo>
                    <a:pt x="15681" y="9405"/>
                  </a:lnTo>
                  <a:lnTo>
                    <a:pt x="15388" y="10576"/>
                  </a:lnTo>
                  <a:lnTo>
                    <a:pt x="13504" y="10576"/>
                  </a:lnTo>
                  <a:cubicBezTo>
                    <a:pt x="13180" y="10576"/>
                    <a:pt x="12918" y="10838"/>
                    <a:pt x="12918" y="11161"/>
                  </a:cubicBezTo>
                  <a:lnTo>
                    <a:pt x="12918" y="18811"/>
                  </a:lnTo>
                  <a:lnTo>
                    <a:pt x="11162" y="18811"/>
                  </a:lnTo>
                  <a:lnTo>
                    <a:pt x="11162" y="11161"/>
                  </a:lnTo>
                  <a:cubicBezTo>
                    <a:pt x="11162" y="10838"/>
                    <a:pt x="10900" y="10576"/>
                    <a:pt x="10576" y="10576"/>
                  </a:cubicBezTo>
                  <a:lnTo>
                    <a:pt x="9407" y="10576"/>
                  </a:lnTo>
                  <a:lnTo>
                    <a:pt x="9407" y="9405"/>
                  </a:lnTo>
                  <a:lnTo>
                    <a:pt x="10576" y="9405"/>
                  </a:lnTo>
                  <a:cubicBezTo>
                    <a:pt x="10900" y="9405"/>
                    <a:pt x="11162" y="9143"/>
                    <a:pt x="11162" y="8821"/>
                  </a:cubicBezTo>
                  <a:cubicBezTo>
                    <a:pt x="11162" y="7215"/>
                    <a:pt x="11162" y="6481"/>
                    <a:pt x="11162" y="6143"/>
                  </a:cubicBezTo>
                  <a:cubicBezTo>
                    <a:pt x="11162" y="5520"/>
                    <a:pt x="11163" y="4843"/>
                    <a:pt x="11770" y="4324"/>
                  </a:cubicBezTo>
                  <a:cubicBezTo>
                    <a:pt x="12234" y="3928"/>
                    <a:pt x="12823" y="3687"/>
                    <a:pt x="13628" y="3571"/>
                  </a:cubicBezTo>
                  <a:cubicBezTo>
                    <a:pt x="13950" y="3524"/>
                    <a:pt x="14274" y="3500"/>
                    <a:pt x="14602" y="3500"/>
                  </a:cubicBezTo>
                  <a:close/>
                  <a:moveTo>
                    <a:pt x="17017" y="1170"/>
                  </a:moveTo>
                  <a:cubicBezTo>
                    <a:pt x="17990" y="1170"/>
                    <a:pt x="18811" y="1975"/>
                    <a:pt x="18811" y="2927"/>
                  </a:cubicBezTo>
                  <a:lnTo>
                    <a:pt x="18811" y="17056"/>
                  </a:lnTo>
                  <a:cubicBezTo>
                    <a:pt x="18811" y="18023"/>
                    <a:pt x="18024" y="18811"/>
                    <a:pt x="17056" y="18811"/>
                  </a:cubicBezTo>
                  <a:lnTo>
                    <a:pt x="14089" y="18811"/>
                  </a:lnTo>
                  <a:lnTo>
                    <a:pt x="14089" y="11747"/>
                  </a:lnTo>
                  <a:lnTo>
                    <a:pt x="15846" y="11747"/>
                  </a:lnTo>
                  <a:cubicBezTo>
                    <a:pt x="16115" y="11747"/>
                    <a:pt x="16348" y="11565"/>
                    <a:pt x="16414" y="11305"/>
                  </a:cubicBezTo>
                  <a:lnTo>
                    <a:pt x="16999" y="8963"/>
                  </a:lnTo>
                  <a:cubicBezTo>
                    <a:pt x="17042" y="8787"/>
                    <a:pt x="17003" y="8602"/>
                    <a:pt x="16893" y="8460"/>
                  </a:cubicBezTo>
                  <a:cubicBezTo>
                    <a:pt x="16782" y="8317"/>
                    <a:pt x="16612" y="8235"/>
                    <a:pt x="16431" y="8235"/>
                  </a:cubicBezTo>
                  <a:lnTo>
                    <a:pt x="14089" y="8235"/>
                  </a:lnTo>
                  <a:lnTo>
                    <a:pt x="14089" y="6909"/>
                  </a:lnTo>
                  <a:cubicBezTo>
                    <a:pt x="14089" y="6638"/>
                    <a:pt x="14144" y="6343"/>
                    <a:pt x="14808" y="6229"/>
                  </a:cubicBezTo>
                  <a:cubicBezTo>
                    <a:pt x="14936" y="6208"/>
                    <a:pt x="15061" y="6199"/>
                    <a:pt x="15182" y="6199"/>
                  </a:cubicBezTo>
                  <a:cubicBezTo>
                    <a:pt x="15552" y="6199"/>
                    <a:pt x="15890" y="6283"/>
                    <a:pt x="16198" y="6360"/>
                  </a:cubicBezTo>
                  <a:cubicBezTo>
                    <a:pt x="16304" y="6387"/>
                    <a:pt x="16415" y="6421"/>
                    <a:pt x="16532" y="6421"/>
                  </a:cubicBezTo>
                  <a:cubicBezTo>
                    <a:pt x="16632" y="6421"/>
                    <a:pt x="16736" y="6396"/>
                    <a:pt x="16847" y="6321"/>
                  </a:cubicBezTo>
                  <a:cubicBezTo>
                    <a:pt x="16983" y="6229"/>
                    <a:pt x="17074" y="6084"/>
                    <a:pt x="17098" y="5923"/>
                  </a:cubicBezTo>
                  <a:cubicBezTo>
                    <a:pt x="17098" y="5923"/>
                    <a:pt x="17362" y="4156"/>
                    <a:pt x="17482" y="3339"/>
                  </a:cubicBezTo>
                  <a:cubicBezTo>
                    <a:pt x="17525" y="3049"/>
                    <a:pt x="17346" y="2769"/>
                    <a:pt x="17063" y="2690"/>
                  </a:cubicBezTo>
                  <a:cubicBezTo>
                    <a:pt x="16267" y="2463"/>
                    <a:pt x="15346" y="2343"/>
                    <a:pt x="14504" y="2343"/>
                  </a:cubicBezTo>
                  <a:cubicBezTo>
                    <a:pt x="14137" y="2343"/>
                    <a:pt x="13786" y="2365"/>
                    <a:pt x="13467" y="2412"/>
                  </a:cubicBezTo>
                  <a:cubicBezTo>
                    <a:pt x="12434" y="2562"/>
                    <a:pt x="11646" y="2888"/>
                    <a:pt x="11009" y="3434"/>
                  </a:cubicBezTo>
                  <a:cubicBezTo>
                    <a:pt x="10121" y="4193"/>
                    <a:pt x="10010" y="5168"/>
                    <a:pt x="9999" y="5833"/>
                  </a:cubicBezTo>
                  <a:cubicBezTo>
                    <a:pt x="9999" y="5847"/>
                    <a:pt x="9999" y="7029"/>
                    <a:pt x="9999" y="8235"/>
                  </a:cubicBezTo>
                  <a:lnTo>
                    <a:pt x="8821" y="8235"/>
                  </a:lnTo>
                  <a:cubicBezTo>
                    <a:pt x="8497" y="8235"/>
                    <a:pt x="8236" y="8497"/>
                    <a:pt x="8236" y="8819"/>
                  </a:cubicBezTo>
                  <a:lnTo>
                    <a:pt x="8236" y="11161"/>
                  </a:lnTo>
                  <a:cubicBezTo>
                    <a:pt x="8236" y="11485"/>
                    <a:pt x="8497" y="11747"/>
                    <a:pt x="8821" y="11747"/>
                  </a:cubicBezTo>
                  <a:lnTo>
                    <a:pt x="9991" y="11747"/>
                  </a:lnTo>
                  <a:lnTo>
                    <a:pt x="9991" y="18811"/>
                  </a:lnTo>
                  <a:lnTo>
                    <a:pt x="2927" y="18811"/>
                  </a:lnTo>
                  <a:cubicBezTo>
                    <a:pt x="1959" y="18811"/>
                    <a:pt x="1172" y="18023"/>
                    <a:pt x="1172" y="17054"/>
                  </a:cubicBezTo>
                  <a:lnTo>
                    <a:pt x="1172" y="2927"/>
                  </a:lnTo>
                  <a:cubicBezTo>
                    <a:pt x="1172" y="1959"/>
                    <a:pt x="1959" y="1170"/>
                    <a:pt x="2927" y="1170"/>
                  </a:cubicBezTo>
                  <a:close/>
                  <a:moveTo>
                    <a:pt x="2927" y="1"/>
                  </a:moveTo>
                  <a:cubicBezTo>
                    <a:pt x="1314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4" y="19982"/>
                    <a:pt x="2927" y="19982"/>
                  </a:cubicBezTo>
                  <a:lnTo>
                    <a:pt x="17054" y="19982"/>
                  </a:lnTo>
                  <a:cubicBezTo>
                    <a:pt x="18669" y="19982"/>
                    <a:pt x="19982" y="18669"/>
                    <a:pt x="19982" y="17056"/>
                  </a:cubicBezTo>
                  <a:lnTo>
                    <a:pt x="19982" y="2927"/>
                  </a:lnTo>
                  <a:cubicBezTo>
                    <a:pt x="19982" y="2145"/>
                    <a:pt x="19669" y="1409"/>
                    <a:pt x="19101" y="853"/>
                  </a:cubicBezTo>
                  <a:cubicBezTo>
                    <a:pt x="18538" y="303"/>
                    <a:pt x="17797" y="1"/>
                    <a:pt x="170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11" name="Google Shape;2211;p29"/>
            <p:cNvGrpSpPr/>
            <p:nvPr/>
          </p:nvGrpSpPr>
          <p:grpSpPr>
            <a:xfrm>
              <a:off x="4166051" y="3183552"/>
              <a:ext cx="338366" cy="338332"/>
              <a:chOff x="812101" y="2571761"/>
              <a:chExt cx="417066" cy="417024"/>
            </a:xfrm>
          </p:grpSpPr>
          <p:sp>
            <p:nvSpPr>
              <p:cNvPr id="2212" name="Google Shape;2212;p29"/>
              <p:cNvSpPr/>
              <p:nvPr/>
            </p:nvSpPr>
            <p:spPr>
              <a:xfrm>
                <a:off x="935084" y="2694744"/>
                <a:ext cx="171071" cy="171071"/>
              </a:xfrm>
              <a:custGeom>
                <a:rect b="b" l="l" r="r" t="t"/>
                <a:pathLst>
                  <a:path extrusionOk="0" h="8197" w="8197">
                    <a:moveTo>
                      <a:pt x="4099" y="1171"/>
                    </a:moveTo>
                    <a:cubicBezTo>
                      <a:pt x="5712" y="1171"/>
                      <a:pt x="7027" y="2484"/>
                      <a:pt x="7027" y="4097"/>
                    </a:cubicBezTo>
                    <a:cubicBezTo>
                      <a:pt x="7027" y="5712"/>
                      <a:pt x="5712" y="7025"/>
                      <a:pt x="4099" y="7025"/>
                    </a:cubicBezTo>
                    <a:cubicBezTo>
                      <a:pt x="2486" y="7025"/>
                      <a:pt x="1171" y="5712"/>
                      <a:pt x="1171" y="4097"/>
                    </a:cubicBezTo>
                    <a:cubicBezTo>
                      <a:pt x="1171" y="2484"/>
                      <a:pt x="2486" y="1171"/>
                      <a:pt x="4099" y="1171"/>
                    </a:cubicBezTo>
                    <a:close/>
                    <a:moveTo>
                      <a:pt x="4099" y="0"/>
                    </a:moveTo>
                    <a:cubicBezTo>
                      <a:pt x="1840" y="0"/>
                      <a:pt x="0" y="1838"/>
                      <a:pt x="0" y="4097"/>
                    </a:cubicBezTo>
                    <a:cubicBezTo>
                      <a:pt x="0" y="6358"/>
                      <a:pt x="1840" y="8196"/>
                      <a:pt x="4099" y="8196"/>
                    </a:cubicBezTo>
                    <a:cubicBezTo>
                      <a:pt x="6358" y="8196"/>
                      <a:pt x="8196" y="6358"/>
                      <a:pt x="8196" y="4097"/>
                    </a:cubicBezTo>
                    <a:cubicBezTo>
                      <a:pt x="8196" y="1838"/>
                      <a:pt x="6358" y="0"/>
                      <a:pt x="409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3" name="Google Shape;2213;p29"/>
              <p:cNvSpPr/>
              <p:nvPr/>
            </p:nvSpPr>
            <p:spPr>
              <a:xfrm>
                <a:off x="860977" y="2620616"/>
                <a:ext cx="319311" cy="319290"/>
              </a:xfrm>
              <a:custGeom>
                <a:rect b="b" l="l" r="r" t="t"/>
                <a:pathLst>
                  <a:path extrusionOk="0" h="15299" w="15300">
                    <a:moveTo>
                      <a:pt x="12333" y="1171"/>
                    </a:moveTo>
                    <a:cubicBezTo>
                      <a:pt x="13306" y="1171"/>
                      <a:pt x="14128" y="1994"/>
                      <a:pt x="14128" y="2967"/>
                    </a:cubicBezTo>
                    <a:lnTo>
                      <a:pt x="14128" y="12334"/>
                    </a:lnTo>
                    <a:cubicBezTo>
                      <a:pt x="14128" y="13307"/>
                      <a:pt x="13306" y="14129"/>
                      <a:pt x="12333" y="14129"/>
                    </a:cubicBezTo>
                    <a:lnTo>
                      <a:pt x="2968" y="14129"/>
                    </a:lnTo>
                    <a:cubicBezTo>
                      <a:pt x="1993" y="14129"/>
                      <a:pt x="1172" y="13307"/>
                      <a:pt x="1172" y="12334"/>
                    </a:cubicBezTo>
                    <a:lnTo>
                      <a:pt x="1172" y="2967"/>
                    </a:lnTo>
                    <a:cubicBezTo>
                      <a:pt x="1172" y="1994"/>
                      <a:pt x="1993" y="1171"/>
                      <a:pt x="2968" y="1171"/>
                    </a:cubicBezTo>
                    <a:close/>
                    <a:moveTo>
                      <a:pt x="2968" y="0"/>
                    </a:moveTo>
                    <a:cubicBezTo>
                      <a:pt x="1351" y="0"/>
                      <a:pt x="1" y="1346"/>
                      <a:pt x="1" y="2967"/>
                    </a:cubicBezTo>
                    <a:lnTo>
                      <a:pt x="1" y="12334"/>
                    </a:lnTo>
                    <a:cubicBezTo>
                      <a:pt x="1" y="13952"/>
                      <a:pt x="1349" y="15299"/>
                      <a:pt x="2968" y="15299"/>
                    </a:cubicBezTo>
                    <a:lnTo>
                      <a:pt x="12333" y="15299"/>
                    </a:lnTo>
                    <a:cubicBezTo>
                      <a:pt x="13953" y="15299"/>
                      <a:pt x="15299" y="13951"/>
                      <a:pt x="15299" y="12334"/>
                    </a:cubicBezTo>
                    <a:lnTo>
                      <a:pt x="15299" y="2967"/>
                    </a:lnTo>
                    <a:cubicBezTo>
                      <a:pt x="15299" y="1345"/>
                      <a:pt x="13948" y="0"/>
                      <a:pt x="12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4" name="Google Shape;2214;p29"/>
              <p:cNvSpPr/>
              <p:nvPr/>
            </p:nvSpPr>
            <p:spPr>
              <a:xfrm>
                <a:off x="812101" y="2571761"/>
                <a:ext cx="417066" cy="417024"/>
              </a:xfrm>
              <a:custGeom>
                <a:rect b="b" l="l" r="r" t="t"/>
                <a:pathLst>
                  <a:path extrusionOk="0" h="19982" w="19984">
                    <a:moveTo>
                      <a:pt x="17056" y="1172"/>
                    </a:moveTo>
                    <a:cubicBezTo>
                      <a:pt x="18025" y="1172"/>
                      <a:pt x="18812" y="1959"/>
                      <a:pt x="18812" y="2927"/>
                    </a:cubicBezTo>
                    <a:lnTo>
                      <a:pt x="18812" y="17056"/>
                    </a:lnTo>
                    <a:cubicBezTo>
                      <a:pt x="18812" y="18023"/>
                      <a:pt x="18025" y="18811"/>
                      <a:pt x="17056" y="18811"/>
                    </a:cubicBezTo>
                    <a:lnTo>
                      <a:pt x="2928" y="18811"/>
                    </a:lnTo>
                    <a:cubicBezTo>
                      <a:pt x="1961" y="18811"/>
                      <a:pt x="1172" y="18023"/>
                      <a:pt x="1172" y="17056"/>
                    </a:cubicBezTo>
                    <a:lnTo>
                      <a:pt x="1172" y="2927"/>
                    </a:lnTo>
                    <a:cubicBezTo>
                      <a:pt x="1172" y="1959"/>
                      <a:pt x="1961" y="1172"/>
                      <a:pt x="2928" y="1172"/>
                    </a:cubicBezTo>
                    <a:close/>
                    <a:moveTo>
                      <a:pt x="2928" y="1"/>
                    </a:moveTo>
                    <a:cubicBezTo>
                      <a:pt x="1313" y="1"/>
                      <a:pt x="1" y="1313"/>
                      <a:pt x="1" y="2927"/>
                    </a:cubicBezTo>
                    <a:lnTo>
                      <a:pt x="1" y="17056"/>
                    </a:lnTo>
                    <a:cubicBezTo>
                      <a:pt x="1" y="18669"/>
                      <a:pt x="1313" y="19982"/>
                      <a:pt x="2928" y="19982"/>
                    </a:cubicBezTo>
                    <a:lnTo>
                      <a:pt x="17056" y="19982"/>
                    </a:lnTo>
                    <a:cubicBezTo>
                      <a:pt x="18669" y="19982"/>
                      <a:pt x="19984" y="18669"/>
                      <a:pt x="19984" y="17056"/>
                    </a:cubicBezTo>
                    <a:lnTo>
                      <a:pt x="19984" y="2927"/>
                    </a:lnTo>
                    <a:cubicBezTo>
                      <a:pt x="19984" y="1313"/>
                      <a:pt x="18669" y="1"/>
                      <a:pt x="170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5" name="Google Shape;2215;p29"/>
              <p:cNvSpPr/>
              <p:nvPr/>
            </p:nvSpPr>
            <p:spPr>
              <a:xfrm>
                <a:off x="1081712" y="2670306"/>
                <a:ext cx="48878" cy="48898"/>
              </a:xfrm>
              <a:custGeom>
                <a:rect b="b" l="l" r="r" t="t"/>
                <a:pathLst>
                  <a:path extrusionOk="0" h="2343" w="2342">
                    <a:moveTo>
                      <a:pt x="1170" y="0"/>
                    </a:moveTo>
                    <a:cubicBezTo>
                      <a:pt x="524" y="0"/>
                      <a:pt x="1" y="526"/>
                      <a:pt x="1" y="1171"/>
                    </a:cubicBezTo>
                    <a:cubicBezTo>
                      <a:pt x="1" y="1817"/>
                      <a:pt x="524" y="2342"/>
                      <a:pt x="1170" y="2342"/>
                    </a:cubicBezTo>
                    <a:cubicBezTo>
                      <a:pt x="1816" y="2342"/>
                      <a:pt x="2341" y="1817"/>
                      <a:pt x="2341" y="1171"/>
                    </a:cubicBezTo>
                    <a:cubicBezTo>
                      <a:pt x="2341" y="526"/>
                      <a:pt x="1816" y="0"/>
                      <a:pt x="11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16" name="Google Shape;2216;p29"/>
            <p:cNvGrpSpPr/>
            <p:nvPr/>
          </p:nvGrpSpPr>
          <p:grpSpPr>
            <a:xfrm>
              <a:off x="4598397" y="3183552"/>
              <a:ext cx="338332" cy="338332"/>
              <a:chOff x="1323129" y="2571761"/>
              <a:chExt cx="417024" cy="417024"/>
            </a:xfrm>
          </p:grpSpPr>
          <p:sp>
            <p:nvSpPr>
              <p:cNvPr id="2217" name="Google Shape;2217;p29"/>
              <p:cNvSpPr/>
              <p:nvPr/>
            </p:nvSpPr>
            <p:spPr>
              <a:xfrm>
                <a:off x="1385007" y="2719183"/>
                <a:ext cx="73337" cy="219907"/>
              </a:xfrm>
              <a:custGeom>
                <a:rect b="b" l="l" r="r" t="t"/>
                <a:pathLst>
                  <a:path extrusionOk="0" h="10537" w="3514">
                    <a:moveTo>
                      <a:pt x="2342" y="1171"/>
                    </a:moveTo>
                    <a:lnTo>
                      <a:pt x="2342" y="9367"/>
                    </a:lnTo>
                    <a:lnTo>
                      <a:pt x="1171" y="9367"/>
                    </a:lnTo>
                    <a:lnTo>
                      <a:pt x="1171" y="1171"/>
                    </a:lnTo>
                    <a:close/>
                    <a:moveTo>
                      <a:pt x="586" y="0"/>
                    </a:moveTo>
                    <a:cubicBezTo>
                      <a:pt x="264" y="0"/>
                      <a:pt x="0" y="262"/>
                      <a:pt x="0" y="586"/>
                    </a:cubicBezTo>
                    <a:lnTo>
                      <a:pt x="0" y="9951"/>
                    </a:lnTo>
                    <a:cubicBezTo>
                      <a:pt x="0" y="10275"/>
                      <a:pt x="264" y="10537"/>
                      <a:pt x="586" y="10537"/>
                    </a:cubicBezTo>
                    <a:lnTo>
                      <a:pt x="2928" y="10537"/>
                    </a:lnTo>
                    <a:cubicBezTo>
                      <a:pt x="3252" y="10537"/>
                      <a:pt x="3514" y="10275"/>
                      <a:pt x="3514" y="9951"/>
                    </a:cubicBezTo>
                    <a:lnTo>
                      <a:pt x="3514" y="586"/>
                    </a:lnTo>
                    <a:cubicBezTo>
                      <a:pt x="3514" y="262"/>
                      <a:pt x="3252" y="0"/>
                      <a:pt x="29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8" name="Google Shape;2218;p29"/>
              <p:cNvSpPr/>
              <p:nvPr/>
            </p:nvSpPr>
            <p:spPr>
              <a:xfrm>
                <a:off x="1385007" y="2621430"/>
                <a:ext cx="73337" cy="73337"/>
              </a:xfrm>
              <a:custGeom>
                <a:rect b="b" l="l" r="r" t="t"/>
                <a:pathLst>
                  <a:path extrusionOk="0" h="3514" w="3514">
                    <a:moveTo>
                      <a:pt x="1757" y="1171"/>
                    </a:moveTo>
                    <a:cubicBezTo>
                      <a:pt x="2081" y="1171"/>
                      <a:pt x="2342" y="1435"/>
                      <a:pt x="2342" y="1757"/>
                    </a:cubicBezTo>
                    <a:cubicBezTo>
                      <a:pt x="2342" y="2080"/>
                      <a:pt x="2081" y="2342"/>
                      <a:pt x="1757" y="2342"/>
                    </a:cubicBezTo>
                    <a:cubicBezTo>
                      <a:pt x="1435" y="2342"/>
                      <a:pt x="1171" y="2080"/>
                      <a:pt x="1171" y="1757"/>
                    </a:cubicBezTo>
                    <a:cubicBezTo>
                      <a:pt x="1171" y="1435"/>
                      <a:pt x="1435" y="1171"/>
                      <a:pt x="1757" y="1171"/>
                    </a:cubicBezTo>
                    <a:close/>
                    <a:moveTo>
                      <a:pt x="1757" y="0"/>
                    </a:moveTo>
                    <a:cubicBezTo>
                      <a:pt x="789" y="0"/>
                      <a:pt x="0" y="789"/>
                      <a:pt x="0" y="1757"/>
                    </a:cubicBezTo>
                    <a:cubicBezTo>
                      <a:pt x="0" y="2726"/>
                      <a:pt x="789" y="3513"/>
                      <a:pt x="1757" y="3513"/>
                    </a:cubicBezTo>
                    <a:cubicBezTo>
                      <a:pt x="2726" y="3513"/>
                      <a:pt x="3514" y="2726"/>
                      <a:pt x="3514" y="1757"/>
                    </a:cubicBezTo>
                    <a:cubicBezTo>
                      <a:pt x="3514" y="789"/>
                      <a:pt x="2726" y="0"/>
                      <a:pt x="17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9" name="Google Shape;2219;p29"/>
              <p:cNvSpPr/>
              <p:nvPr/>
            </p:nvSpPr>
            <p:spPr>
              <a:xfrm>
                <a:off x="1482759" y="2718786"/>
                <a:ext cx="195510" cy="220304"/>
              </a:xfrm>
              <a:custGeom>
                <a:rect b="b" l="l" r="r" t="t"/>
                <a:pathLst>
                  <a:path extrusionOk="0" h="10556" w="9368">
                    <a:moveTo>
                      <a:pt x="5559" y="1173"/>
                    </a:moveTo>
                    <a:cubicBezTo>
                      <a:pt x="5720" y="1173"/>
                      <a:pt x="5883" y="1186"/>
                      <a:pt x="6044" y="1212"/>
                    </a:cubicBezTo>
                    <a:cubicBezTo>
                      <a:pt x="7422" y="1435"/>
                      <a:pt x="8196" y="2535"/>
                      <a:pt x="8196" y="3669"/>
                    </a:cubicBezTo>
                    <a:lnTo>
                      <a:pt x="8196" y="9386"/>
                    </a:lnTo>
                    <a:lnTo>
                      <a:pt x="7025" y="9386"/>
                    </a:lnTo>
                    <a:lnTo>
                      <a:pt x="7025" y="4702"/>
                    </a:lnTo>
                    <a:cubicBezTo>
                      <a:pt x="7025" y="3411"/>
                      <a:pt x="5975" y="2360"/>
                      <a:pt x="4683" y="2360"/>
                    </a:cubicBezTo>
                    <a:cubicBezTo>
                      <a:pt x="3392" y="2360"/>
                      <a:pt x="2341" y="3411"/>
                      <a:pt x="2341" y="4702"/>
                    </a:cubicBezTo>
                    <a:lnTo>
                      <a:pt x="2341" y="9386"/>
                    </a:lnTo>
                    <a:lnTo>
                      <a:pt x="1170" y="9386"/>
                    </a:lnTo>
                    <a:lnTo>
                      <a:pt x="1170" y="1190"/>
                    </a:lnTo>
                    <a:lnTo>
                      <a:pt x="2341" y="1190"/>
                    </a:lnTo>
                    <a:lnTo>
                      <a:pt x="2341" y="1776"/>
                    </a:lnTo>
                    <a:cubicBezTo>
                      <a:pt x="2341" y="2011"/>
                      <a:pt x="2484" y="2225"/>
                      <a:pt x="2704" y="2316"/>
                    </a:cubicBezTo>
                    <a:cubicBezTo>
                      <a:pt x="2776" y="2346"/>
                      <a:pt x="2852" y="2361"/>
                      <a:pt x="2928" y="2361"/>
                    </a:cubicBezTo>
                    <a:cubicBezTo>
                      <a:pt x="3080" y="2361"/>
                      <a:pt x="3229" y="2301"/>
                      <a:pt x="3341" y="2190"/>
                    </a:cubicBezTo>
                    <a:lnTo>
                      <a:pt x="3615" y="1916"/>
                    </a:lnTo>
                    <a:cubicBezTo>
                      <a:pt x="4086" y="1443"/>
                      <a:pt x="4813" y="1173"/>
                      <a:pt x="5559" y="1173"/>
                    </a:cubicBezTo>
                    <a:close/>
                    <a:moveTo>
                      <a:pt x="5553" y="0"/>
                    </a:moveTo>
                    <a:cubicBezTo>
                      <a:pt x="4823" y="0"/>
                      <a:pt x="4110" y="189"/>
                      <a:pt x="3509" y="536"/>
                    </a:cubicBezTo>
                    <a:cubicBezTo>
                      <a:pt x="3475" y="246"/>
                      <a:pt x="3227" y="19"/>
                      <a:pt x="2927" y="19"/>
                    </a:cubicBezTo>
                    <a:lnTo>
                      <a:pt x="586" y="19"/>
                    </a:lnTo>
                    <a:cubicBezTo>
                      <a:pt x="262" y="19"/>
                      <a:pt x="1" y="281"/>
                      <a:pt x="1" y="605"/>
                    </a:cubicBezTo>
                    <a:lnTo>
                      <a:pt x="1" y="9970"/>
                    </a:lnTo>
                    <a:cubicBezTo>
                      <a:pt x="1" y="10294"/>
                      <a:pt x="262" y="10556"/>
                      <a:pt x="586" y="10556"/>
                    </a:cubicBezTo>
                    <a:lnTo>
                      <a:pt x="2927" y="10556"/>
                    </a:lnTo>
                    <a:cubicBezTo>
                      <a:pt x="3250" y="10556"/>
                      <a:pt x="3512" y="10294"/>
                      <a:pt x="3512" y="9970"/>
                    </a:cubicBezTo>
                    <a:lnTo>
                      <a:pt x="3512" y="4702"/>
                    </a:lnTo>
                    <a:cubicBezTo>
                      <a:pt x="3512" y="4056"/>
                      <a:pt x="4038" y="3531"/>
                      <a:pt x="4683" y="3531"/>
                    </a:cubicBezTo>
                    <a:cubicBezTo>
                      <a:pt x="5329" y="3531"/>
                      <a:pt x="5854" y="4056"/>
                      <a:pt x="5854" y="4702"/>
                    </a:cubicBezTo>
                    <a:lnTo>
                      <a:pt x="5854" y="9970"/>
                    </a:lnTo>
                    <a:cubicBezTo>
                      <a:pt x="5854" y="10294"/>
                      <a:pt x="6116" y="10556"/>
                      <a:pt x="6440" y="10556"/>
                    </a:cubicBezTo>
                    <a:lnTo>
                      <a:pt x="8782" y="10556"/>
                    </a:lnTo>
                    <a:cubicBezTo>
                      <a:pt x="9104" y="10556"/>
                      <a:pt x="9368" y="10294"/>
                      <a:pt x="9368" y="9970"/>
                    </a:cubicBezTo>
                    <a:lnTo>
                      <a:pt x="9368" y="3669"/>
                    </a:lnTo>
                    <a:cubicBezTo>
                      <a:pt x="9368" y="1921"/>
                      <a:pt x="8131" y="364"/>
                      <a:pt x="6231" y="55"/>
                    </a:cubicBezTo>
                    <a:cubicBezTo>
                      <a:pt x="6005" y="18"/>
                      <a:pt x="5779" y="0"/>
                      <a:pt x="55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0" name="Google Shape;2220;p29"/>
              <p:cNvSpPr/>
              <p:nvPr/>
            </p:nvSpPr>
            <p:spPr>
              <a:xfrm>
                <a:off x="1323129" y="2571761"/>
                <a:ext cx="417024" cy="417024"/>
              </a:xfrm>
              <a:custGeom>
                <a:rect b="b" l="l" r="r" t="t"/>
                <a:pathLst>
                  <a:path extrusionOk="0" h="19982" w="19982">
                    <a:moveTo>
                      <a:pt x="17015" y="1170"/>
                    </a:moveTo>
                    <a:cubicBezTo>
                      <a:pt x="17989" y="1170"/>
                      <a:pt x="18810" y="1993"/>
                      <a:pt x="18810" y="2966"/>
                    </a:cubicBezTo>
                    <a:lnTo>
                      <a:pt x="18810" y="17015"/>
                    </a:lnTo>
                    <a:cubicBezTo>
                      <a:pt x="18810" y="17990"/>
                      <a:pt x="17989" y="18811"/>
                      <a:pt x="17015" y="18811"/>
                    </a:cubicBezTo>
                    <a:lnTo>
                      <a:pt x="2965" y="18811"/>
                    </a:lnTo>
                    <a:cubicBezTo>
                      <a:pt x="1992" y="18811"/>
                      <a:pt x="1170" y="17990"/>
                      <a:pt x="1170" y="17015"/>
                    </a:cubicBezTo>
                    <a:lnTo>
                      <a:pt x="1170" y="2966"/>
                    </a:lnTo>
                    <a:cubicBezTo>
                      <a:pt x="1170" y="1993"/>
                      <a:pt x="1992" y="1170"/>
                      <a:pt x="2965" y="1170"/>
                    </a:cubicBezTo>
                    <a:close/>
                    <a:moveTo>
                      <a:pt x="2965" y="1"/>
                    </a:moveTo>
                    <a:cubicBezTo>
                      <a:pt x="1347" y="1"/>
                      <a:pt x="0" y="1349"/>
                      <a:pt x="0" y="2966"/>
                    </a:cubicBezTo>
                    <a:lnTo>
                      <a:pt x="0" y="17015"/>
                    </a:lnTo>
                    <a:cubicBezTo>
                      <a:pt x="0" y="18635"/>
                      <a:pt x="1348" y="19982"/>
                      <a:pt x="2965" y="19982"/>
                    </a:cubicBezTo>
                    <a:lnTo>
                      <a:pt x="17017" y="19982"/>
                    </a:lnTo>
                    <a:cubicBezTo>
                      <a:pt x="18635" y="19982"/>
                      <a:pt x="19981" y="18634"/>
                      <a:pt x="19981" y="17015"/>
                    </a:cubicBezTo>
                    <a:lnTo>
                      <a:pt x="19981" y="2966"/>
                    </a:lnTo>
                    <a:cubicBezTo>
                      <a:pt x="19981" y="1347"/>
                      <a:pt x="18633" y="1"/>
                      <a:pt x="170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21" name="Google Shape;2221;p29"/>
            <p:cNvSpPr/>
            <p:nvPr/>
          </p:nvSpPr>
          <p:spPr>
            <a:xfrm>
              <a:off x="5074766" y="3214044"/>
              <a:ext cx="340022" cy="277263"/>
            </a:xfrm>
            <a:custGeom>
              <a:rect b="b" l="l" r="r" t="t"/>
              <a:pathLst>
                <a:path extrusionOk="0" h="16377" w="20081">
                  <a:moveTo>
                    <a:pt x="13632" y="1165"/>
                  </a:moveTo>
                  <a:cubicBezTo>
                    <a:pt x="14903" y="1165"/>
                    <a:pt x="15458" y="1658"/>
                    <a:pt x="15826" y="1984"/>
                  </a:cubicBezTo>
                  <a:cubicBezTo>
                    <a:pt x="16040" y="2173"/>
                    <a:pt x="16244" y="2353"/>
                    <a:pt x="16548" y="2353"/>
                  </a:cubicBezTo>
                  <a:cubicBezTo>
                    <a:pt x="16762" y="2353"/>
                    <a:pt x="17038" y="2293"/>
                    <a:pt x="17344" y="2196"/>
                  </a:cubicBezTo>
                  <a:lnTo>
                    <a:pt x="17344" y="2196"/>
                  </a:lnTo>
                  <a:cubicBezTo>
                    <a:pt x="17236" y="2288"/>
                    <a:pt x="17119" y="2376"/>
                    <a:pt x="16995" y="2461"/>
                  </a:cubicBezTo>
                  <a:cubicBezTo>
                    <a:pt x="16780" y="2612"/>
                    <a:pt x="16689" y="2889"/>
                    <a:pt x="16778" y="3137"/>
                  </a:cubicBezTo>
                  <a:cubicBezTo>
                    <a:pt x="16861" y="3373"/>
                    <a:pt x="17082" y="3528"/>
                    <a:pt x="17329" y="3528"/>
                  </a:cubicBezTo>
                  <a:cubicBezTo>
                    <a:pt x="17343" y="3528"/>
                    <a:pt x="17358" y="3527"/>
                    <a:pt x="17372" y="3526"/>
                  </a:cubicBezTo>
                  <a:cubicBezTo>
                    <a:pt x="17475" y="3519"/>
                    <a:pt x="17576" y="3508"/>
                    <a:pt x="17680" y="3494"/>
                  </a:cubicBezTo>
                  <a:lnTo>
                    <a:pt x="17680" y="3494"/>
                  </a:lnTo>
                  <a:cubicBezTo>
                    <a:pt x="17275" y="3802"/>
                    <a:pt x="16921" y="3990"/>
                    <a:pt x="16937" y="4786"/>
                  </a:cubicBezTo>
                  <a:cubicBezTo>
                    <a:pt x="16937" y="4826"/>
                    <a:pt x="16939" y="4881"/>
                    <a:pt x="16939" y="4971"/>
                  </a:cubicBezTo>
                  <a:cubicBezTo>
                    <a:pt x="16939" y="6510"/>
                    <a:pt x="16350" y="9097"/>
                    <a:pt x="14694" y="11320"/>
                  </a:cubicBezTo>
                  <a:cubicBezTo>
                    <a:pt x="13372" y="13093"/>
                    <a:pt x="10896" y="15207"/>
                    <a:pt x="6611" y="15207"/>
                  </a:cubicBezTo>
                  <a:cubicBezTo>
                    <a:pt x="5368" y="15207"/>
                    <a:pt x="4159" y="14996"/>
                    <a:pt x="3001" y="14582"/>
                  </a:cubicBezTo>
                  <a:cubicBezTo>
                    <a:pt x="4359" y="14345"/>
                    <a:pt x="5612" y="13799"/>
                    <a:pt x="6698" y="12960"/>
                  </a:cubicBezTo>
                  <a:cubicBezTo>
                    <a:pt x="6893" y="12812"/>
                    <a:pt x="6972" y="12557"/>
                    <a:pt x="6900" y="12323"/>
                  </a:cubicBezTo>
                  <a:cubicBezTo>
                    <a:pt x="6827" y="12090"/>
                    <a:pt x="6617" y="11925"/>
                    <a:pt x="6372" y="11913"/>
                  </a:cubicBezTo>
                  <a:cubicBezTo>
                    <a:pt x="5203" y="11849"/>
                    <a:pt x="4280" y="11209"/>
                    <a:pt x="3767" y="10448"/>
                  </a:cubicBezTo>
                  <a:cubicBezTo>
                    <a:pt x="3968" y="10434"/>
                    <a:pt x="4207" y="10404"/>
                    <a:pt x="4564" y="10340"/>
                  </a:cubicBezTo>
                  <a:cubicBezTo>
                    <a:pt x="4832" y="10294"/>
                    <a:pt x="5030" y="10071"/>
                    <a:pt x="5047" y="9801"/>
                  </a:cubicBezTo>
                  <a:cubicBezTo>
                    <a:pt x="5065" y="9532"/>
                    <a:pt x="4895" y="9286"/>
                    <a:pt x="4637" y="9205"/>
                  </a:cubicBezTo>
                  <a:cubicBezTo>
                    <a:pt x="3296" y="8787"/>
                    <a:pt x="2498" y="8025"/>
                    <a:pt x="2180" y="6838"/>
                  </a:cubicBezTo>
                  <a:lnTo>
                    <a:pt x="2180" y="6838"/>
                  </a:lnTo>
                  <a:cubicBezTo>
                    <a:pt x="2390" y="6891"/>
                    <a:pt x="2642" y="6933"/>
                    <a:pt x="3057" y="6986"/>
                  </a:cubicBezTo>
                  <a:cubicBezTo>
                    <a:pt x="3081" y="6989"/>
                    <a:pt x="3105" y="6991"/>
                    <a:pt x="3129" y="6991"/>
                  </a:cubicBezTo>
                  <a:cubicBezTo>
                    <a:pt x="3359" y="6991"/>
                    <a:pt x="3571" y="6854"/>
                    <a:pt x="3666" y="6640"/>
                  </a:cubicBezTo>
                  <a:cubicBezTo>
                    <a:pt x="3770" y="6403"/>
                    <a:pt x="3707" y="6125"/>
                    <a:pt x="3508" y="5957"/>
                  </a:cubicBezTo>
                  <a:cubicBezTo>
                    <a:pt x="2014" y="4697"/>
                    <a:pt x="1936" y="3409"/>
                    <a:pt x="2210" y="2373"/>
                  </a:cubicBezTo>
                  <a:lnTo>
                    <a:pt x="2210" y="2373"/>
                  </a:lnTo>
                  <a:cubicBezTo>
                    <a:pt x="4267" y="4464"/>
                    <a:pt x="6801" y="5670"/>
                    <a:pt x="9880" y="5882"/>
                  </a:cubicBezTo>
                  <a:cubicBezTo>
                    <a:pt x="9894" y="5883"/>
                    <a:pt x="9908" y="5884"/>
                    <a:pt x="9921" y="5884"/>
                  </a:cubicBezTo>
                  <a:cubicBezTo>
                    <a:pt x="10265" y="5884"/>
                    <a:pt x="10539" y="5586"/>
                    <a:pt x="10503" y="5239"/>
                  </a:cubicBezTo>
                  <a:cubicBezTo>
                    <a:pt x="10372" y="3940"/>
                    <a:pt x="10634" y="2919"/>
                    <a:pt x="11281" y="2203"/>
                  </a:cubicBezTo>
                  <a:cubicBezTo>
                    <a:pt x="11975" y="1437"/>
                    <a:pt x="12981" y="1165"/>
                    <a:pt x="13632" y="1165"/>
                  </a:cubicBezTo>
                  <a:close/>
                  <a:moveTo>
                    <a:pt x="13631" y="1"/>
                  </a:moveTo>
                  <a:cubicBezTo>
                    <a:pt x="12698" y="1"/>
                    <a:pt x="11363" y="368"/>
                    <a:pt x="10413" y="1418"/>
                  </a:cubicBezTo>
                  <a:cubicBezTo>
                    <a:pt x="9665" y="2245"/>
                    <a:pt x="9291" y="3332"/>
                    <a:pt x="9300" y="4649"/>
                  </a:cubicBezTo>
                  <a:cubicBezTo>
                    <a:pt x="6556" y="4315"/>
                    <a:pt x="4306" y="3079"/>
                    <a:pt x="2438" y="887"/>
                  </a:cubicBezTo>
                  <a:cubicBezTo>
                    <a:pt x="2327" y="756"/>
                    <a:pt x="2163" y="681"/>
                    <a:pt x="1993" y="681"/>
                  </a:cubicBezTo>
                  <a:cubicBezTo>
                    <a:pt x="1966" y="681"/>
                    <a:pt x="1938" y="683"/>
                    <a:pt x="1911" y="687"/>
                  </a:cubicBezTo>
                  <a:cubicBezTo>
                    <a:pt x="1713" y="715"/>
                    <a:pt x="1541" y="843"/>
                    <a:pt x="1460" y="1025"/>
                  </a:cubicBezTo>
                  <a:cubicBezTo>
                    <a:pt x="1207" y="1582"/>
                    <a:pt x="876" y="2444"/>
                    <a:pt x="922" y="3466"/>
                  </a:cubicBezTo>
                  <a:cubicBezTo>
                    <a:pt x="952" y="4138"/>
                    <a:pt x="1138" y="4773"/>
                    <a:pt x="1479" y="5368"/>
                  </a:cubicBezTo>
                  <a:cubicBezTo>
                    <a:pt x="1469" y="5367"/>
                    <a:pt x="1459" y="5367"/>
                    <a:pt x="1449" y="5367"/>
                  </a:cubicBezTo>
                  <a:cubicBezTo>
                    <a:pt x="1114" y="5367"/>
                    <a:pt x="843" y="5650"/>
                    <a:pt x="865" y="5990"/>
                  </a:cubicBezTo>
                  <a:cubicBezTo>
                    <a:pt x="963" y="7455"/>
                    <a:pt x="1501" y="8589"/>
                    <a:pt x="2470" y="9380"/>
                  </a:cubicBezTo>
                  <a:cubicBezTo>
                    <a:pt x="2284" y="9528"/>
                    <a:pt x="2208" y="9773"/>
                    <a:pt x="2274" y="9999"/>
                  </a:cubicBezTo>
                  <a:cubicBezTo>
                    <a:pt x="2578" y="11057"/>
                    <a:pt x="3469" y="12207"/>
                    <a:pt x="4833" y="12757"/>
                  </a:cubicBezTo>
                  <a:cubicBezTo>
                    <a:pt x="3802" y="13279"/>
                    <a:pt x="2644" y="13546"/>
                    <a:pt x="1412" y="13546"/>
                  </a:cubicBezTo>
                  <a:cubicBezTo>
                    <a:pt x="1173" y="13546"/>
                    <a:pt x="932" y="13536"/>
                    <a:pt x="689" y="13516"/>
                  </a:cubicBezTo>
                  <a:cubicBezTo>
                    <a:pt x="673" y="13515"/>
                    <a:pt x="658" y="13514"/>
                    <a:pt x="642" y="13514"/>
                  </a:cubicBezTo>
                  <a:cubicBezTo>
                    <a:pt x="390" y="13514"/>
                    <a:pt x="164" y="13676"/>
                    <a:pt x="84" y="13919"/>
                  </a:cubicBezTo>
                  <a:cubicBezTo>
                    <a:pt x="0" y="14177"/>
                    <a:pt x="105" y="14460"/>
                    <a:pt x="338" y="14600"/>
                  </a:cubicBezTo>
                  <a:cubicBezTo>
                    <a:pt x="2284" y="15778"/>
                    <a:pt x="4395" y="16376"/>
                    <a:pt x="6611" y="16376"/>
                  </a:cubicBezTo>
                  <a:cubicBezTo>
                    <a:pt x="11382" y="16376"/>
                    <a:pt x="14151" y="14008"/>
                    <a:pt x="15631" y="12019"/>
                  </a:cubicBezTo>
                  <a:cubicBezTo>
                    <a:pt x="17461" y="9567"/>
                    <a:pt x="18108" y="6689"/>
                    <a:pt x="18108" y="4971"/>
                  </a:cubicBezTo>
                  <a:cubicBezTo>
                    <a:pt x="18108" y="4747"/>
                    <a:pt x="18103" y="4701"/>
                    <a:pt x="18110" y="4637"/>
                  </a:cubicBezTo>
                  <a:cubicBezTo>
                    <a:pt x="18336" y="4435"/>
                    <a:pt x="18964" y="4133"/>
                    <a:pt x="19935" y="2718"/>
                  </a:cubicBezTo>
                  <a:cubicBezTo>
                    <a:pt x="20080" y="2505"/>
                    <a:pt x="20070" y="2221"/>
                    <a:pt x="19909" y="2019"/>
                  </a:cubicBezTo>
                  <a:cubicBezTo>
                    <a:pt x="19795" y="1879"/>
                    <a:pt x="19625" y="1801"/>
                    <a:pt x="19451" y="1801"/>
                  </a:cubicBezTo>
                  <a:cubicBezTo>
                    <a:pt x="19377" y="1801"/>
                    <a:pt x="19303" y="1815"/>
                    <a:pt x="19231" y="1844"/>
                  </a:cubicBezTo>
                  <a:cubicBezTo>
                    <a:pt x="19194" y="1860"/>
                    <a:pt x="19155" y="1874"/>
                    <a:pt x="19118" y="1890"/>
                  </a:cubicBezTo>
                  <a:cubicBezTo>
                    <a:pt x="19269" y="1630"/>
                    <a:pt x="19392" y="1356"/>
                    <a:pt x="19490" y="1062"/>
                  </a:cubicBezTo>
                  <a:cubicBezTo>
                    <a:pt x="19564" y="841"/>
                    <a:pt x="19498" y="598"/>
                    <a:pt x="19327" y="443"/>
                  </a:cubicBezTo>
                  <a:cubicBezTo>
                    <a:pt x="19217" y="344"/>
                    <a:pt x="19076" y="292"/>
                    <a:pt x="18934" y="292"/>
                  </a:cubicBezTo>
                  <a:cubicBezTo>
                    <a:pt x="18853" y="292"/>
                    <a:pt x="18771" y="309"/>
                    <a:pt x="18694" y="344"/>
                  </a:cubicBezTo>
                  <a:cubicBezTo>
                    <a:pt x="18690" y="345"/>
                    <a:pt x="18676" y="351"/>
                    <a:pt x="18651" y="363"/>
                  </a:cubicBezTo>
                  <a:cubicBezTo>
                    <a:pt x="17724" y="830"/>
                    <a:pt x="16999" y="1103"/>
                    <a:pt x="16670" y="1166"/>
                  </a:cubicBezTo>
                  <a:cubicBezTo>
                    <a:pt x="16647" y="1147"/>
                    <a:pt x="16624" y="1126"/>
                    <a:pt x="16603" y="1106"/>
                  </a:cubicBezTo>
                  <a:cubicBezTo>
                    <a:pt x="16194" y="745"/>
                    <a:pt x="15347" y="1"/>
                    <a:pt x="136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