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Fjalla One"/>
      <p:regular r:id="rId12"/>
    </p:embeddedFont>
    <p:embeddedFont>
      <p:font typeface="Barlow Semi Condensed Medium"/>
      <p:regular r:id="rId13"/>
      <p:bold r:id="rId14"/>
      <p:italic r:id="rId15"/>
      <p:boldItalic r:id="rId16"/>
    </p:embeddedFont>
    <p:embeddedFont>
      <p:font typeface="Barlow Semi Condensed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Icy6QFAHLjWvgbfN2U34ZgEV0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SemiCondensed-boldItalic.fntdata"/><Relationship Id="rId21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BarlowSemiCondensedMedium-regular.fntdata"/><Relationship Id="rId12" Type="http://schemas.openxmlformats.org/officeDocument/2006/relationships/font" Target="fonts/FjallaOne-regular.fntdata"/><Relationship Id="rId15" Type="http://schemas.openxmlformats.org/officeDocument/2006/relationships/font" Target="fonts/BarlowSemiCondensedMedium-italic.fntdata"/><Relationship Id="rId14" Type="http://schemas.openxmlformats.org/officeDocument/2006/relationships/font" Target="fonts/BarlowSemiCondensedMedium-bold.fntdata"/><Relationship Id="rId17" Type="http://schemas.openxmlformats.org/officeDocument/2006/relationships/font" Target="fonts/BarlowSemiCondensed-regular.fntdata"/><Relationship Id="rId16" Type="http://schemas.openxmlformats.org/officeDocument/2006/relationships/font" Target="fonts/BarlowSemiCondensedMedium-boldItalic.fntdata"/><Relationship Id="rId19" Type="http://schemas.openxmlformats.org/officeDocument/2006/relationships/font" Target="fonts/BarlowSemiCondensed-italic.fntdata"/><Relationship Id="rId18" Type="http://schemas.openxmlformats.org/officeDocument/2006/relationships/font" Target="fonts/BarlowSemiCondense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4" name="Google Shape;16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4" name="Google Shape;18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2" name="Google Shape;21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6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g38c4b241a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8" name="Google Shape;2138;g38c4b241a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The system is centered around an API Gateway that routes requests from the web client to modular backend services. Each service handles a specific concern—like authentication, profile management, job listings, resume feedback, and AI Q&amp;A.</a:t>
            </a:r>
            <a:endParaRPr sz="16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g3a036cb96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4" name="Google Shape;2144;g3a036cb96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9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1" name="Google Shape;2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7" name="Google Shape;215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50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50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50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50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50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" name="Google Shape;13;p50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5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5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5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5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5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5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50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5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5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5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5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50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50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0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0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0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0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" name="Google Shape;31;p50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5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5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5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" name="Google Shape;35;p5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5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5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5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" name="Google Shape;39;p50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5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5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5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2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52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46" name="Google Shape;46;p52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47" name="Google Shape;47;p52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48" name="Google Shape;48;p52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49" name="Google Shape;49;p52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50" name="Google Shape;50;p52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51" name="Google Shape;51;p52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52" name="Google Shape;52;p52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53" name="Google Shape;53;p52"/>
          <p:cNvSpPr txBox="1"/>
          <p:nvPr>
            <p:ph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52"/>
          <p:cNvSpPr txBox="1"/>
          <p:nvPr>
            <p:ph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52"/>
          <p:cNvSpPr txBox="1"/>
          <p:nvPr>
            <p:ph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52"/>
          <p:cNvSpPr txBox="1"/>
          <p:nvPr>
            <p:ph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7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59" name="Google Shape;59;p57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60" name="Google Shape;60;p57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61" name="Google Shape;61;p57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62" name="Google Shape;62;p57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57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7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57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57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57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57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9" name="Google Shape;69;p57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57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57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57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73;p57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74" name="Google Shape;74;p57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57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57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57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78" name="Google Shape;78;p57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9" name="Google Shape;79;p57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80" name="Google Shape;80;p57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57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57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57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57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57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" name="Google Shape;86;p57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87" name="Google Shape;87;p57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57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57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57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91;p57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92" name="Google Shape;92;p57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57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57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57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" name="Google Shape;96;p57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97" name="Google Shape;97;p5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5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5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0" name="Google Shape;100;p57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01" name="Google Shape;101;p5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5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5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4" name="Google Shape;104;p57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05" name="Google Shape;105;p5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5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5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8" name="Google Shape;108;p57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9" name="Google Shape;109;p5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5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5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12" name="Google Shape;112;p57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" name="Google Shape;113;p57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" name="Google Shape;114;p57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7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7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57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3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9pPr>
          </a:lstStyle>
          <a:p/>
        </p:txBody>
      </p:sp>
      <p:sp>
        <p:nvSpPr>
          <p:cNvPr id="120" name="Google Shape;120;p73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21" name="Google Shape;121;p73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b="0" i="0" lang="en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b="0" i="0" lang="en" sz="1100" u="none" cap="none" strike="noStrike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b="0" i="0" lang="en" sz="1100" u="none" cap="none" strike="noStrike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b="0" i="0" lang="en" sz="1100" u="none" cap="none" strike="noStrike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b="0" i="0" lang="en" sz="1100" u="none" cap="none" strike="noStrike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 b="0" i="0" sz="1400" u="none" cap="none" strike="noStrike"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122" name="Google Shape;122;p73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73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73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73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6" name="Google Shape;126;p73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27" name="Google Shape;127;p7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7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7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7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7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7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73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4" name="Google Shape;134;p7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7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7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7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73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9" name="Google Shape;139;p7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73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44" name="Google Shape;144;p7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7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" name="Google Shape;150;p73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51" name="Google Shape;151;p7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7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7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54" name="Google Shape;154;p73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73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73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7" name="Google Shape;157;p73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58" name="Google Shape;158;p7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7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7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7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7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7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" name="Google Shape;164;p73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65" name="Google Shape;165;p7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7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7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7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p73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70" name="Google Shape;170;p7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73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3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3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3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3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3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73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81" name="Google Shape;181;p7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7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" name="Google Shape;184;p73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85" name="Google Shape;185;p7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7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7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" name="Google Shape;188;p73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89" name="Google Shape;189;p7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7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7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4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94" name="Google Shape;194;p5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95" name="Google Shape;195;p5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5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5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" name="Google Shape;198;p5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99" name="Google Shape;199;p5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00" name="Google Shape;200;p5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01" name="Google Shape;201;p5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02" name="Google Shape;202;p5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5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5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5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5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5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" name="Google Shape;208;p5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09" name="Google Shape;209;p5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5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5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5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3" name="Google Shape;213;p5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14" name="Google Shape;214;p5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5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5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5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18" name="Google Shape;218;p5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19" name="Google Shape;219;p5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20" name="Google Shape;220;p5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5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5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5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5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5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6" name="Google Shape;226;p5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27" name="Google Shape;227;p5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5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5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5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1" name="Google Shape;231;p5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32" name="Google Shape;232;p5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5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5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5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6" name="Google Shape;236;p5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37" name="Google Shape;237;p5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5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5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0" name="Google Shape;240;p5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41" name="Google Shape;241;p5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5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5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4" name="Google Shape;244;p5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45" name="Google Shape;245;p5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5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5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8" name="Google Shape;248;p5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49" name="Google Shape;249;p5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5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5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52" name="Google Shape;252;p5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3" name="Google Shape;253;p5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4" name="Google Shape;254;p5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5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5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5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1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0" name="Google Shape;260;p51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261" name="Google Shape;261;p51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51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3" name="Google Shape;263;p51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264" name="Google Shape;264;p5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5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5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5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" name="Google Shape;268;p51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269" name="Google Shape;269;p5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5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5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5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5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5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75" name="Google Shape;275;p51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51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7" name="Google Shape;277;p51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278" name="Google Shape;278;p5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5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5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5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5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5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4" name="Google Shape;284;p51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285" name="Google Shape;285;p5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5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5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5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9" name="Google Shape;289;p51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290" name="Google Shape;290;p5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5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5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5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" name="Google Shape;294;p51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295" name="Google Shape;295;p5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5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5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8" name="Google Shape;298;p51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299" name="Google Shape;299;p5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5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5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5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304" name="Google Shape;304;p53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53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6" name="Google Shape;306;p5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7" name="Google Shape;307;p53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08" name="Google Shape;308;p53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309" name="Google Shape;309;p5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310" name="Google Shape;310;p5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11" name="Google Shape;311;p5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312" name="Google Shape;312;p5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5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5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5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5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5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8" name="Google Shape;318;p5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319" name="Google Shape;319;p5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5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5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5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3" name="Google Shape;323;p5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324" name="Google Shape;324;p5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5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5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5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28" name="Google Shape;328;p5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29" name="Google Shape;329;p5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330" name="Google Shape;330;p5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5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5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5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5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5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6" name="Google Shape;336;p5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337" name="Google Shape;337;p5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5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5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5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1" name="Google Shape;341;p5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342" name="Google Shape;342;p5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5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5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5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6" name="Google Shape;346;p5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347" name="Google Shape;347;p5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5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5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0" name="Google Shape;350;p5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351" name="Google Shape;351;p5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5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5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4" name="Google Shape;354;p5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355" name="Google Shape;355;p5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5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5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8" name="Google Shape;358;p5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359" name="Google Shape;359;p5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5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5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62" name="Google Shape;362;p5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3" name="Google Shape;363;p5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4" name="Google Shape;364;p5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5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5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5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5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0" name="Google Shape;370;p55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371" name="Google Shape;371;p55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372" name="Google Shape;372;p55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373" name="Google Shape;373;p55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74" name="Google Shape;374;p55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75" name="Google Shape;375;p55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376" name="Google Shape;376;p55"/>
          <p:cNvGrpSpPr/>
          <p:nvPr/>
        </p:nvGrpSpPr>
        <p:grpSpPr>
          <a:xfrm>
            <a:off x="261711" y="-1158"/>
            <a:ext cx="8550327" cy="3981600"/>
            <a:chOff x="261711" y="-1158"/>
            <a:chExt cx="8550327" cy="3981600"/>
          </a:xfrm>
        </p:grpSpPr>
        <p:cxnSp>
          <p:nvCxnSpPr>
            <p:cNvPr id="377" name="Google Shape;377;p55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8" name="Google Shape;378;p55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79" name="Google Shape;379;p55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380" name="Google Shape;380;p5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5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5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5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4" name="Google Shape;384;p55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385" name="Google Shape;385;p5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5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5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5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9" name="Google Shape;389;p55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390" name="Google Shape;390;p5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5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5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5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5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5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6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8" name="Google Shape;398;p56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399" name="Google Shape;399;p56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400" name="Google Shape;400;p56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401" name="Google Shape;401;p56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402" name="Google Shape;402;p56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403" name="Google Shape;403;p56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404" name="Google Shape;404;p56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405" name="Google Shape;405;p56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06" name="Google Shape;406;p5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5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56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09" name="Google Shape;409;p5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410" name="Google Shape;410;p5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5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5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5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4" name="Google Shape;414;p5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415" name="Google Shape;415;p5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5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5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5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5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5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1" name="Google Shape;421;p5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422" name="Google Shape;422;p5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5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5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25" name="Google Shape;425;p5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26" name="Google Shape;426;p5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427" name="Google Shape;427;p5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5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5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5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5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5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3" name="Google Shape;433;p5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434" name="Google Shape;434;p5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5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5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5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8" name="Google Shape;438;p5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439" name="Google Shape;439;p5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5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5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8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444" name="Google Shape;444;p58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445" name="Google Shape;445;p58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p58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" name="Google Shape;447;p58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48" name="Google Shape;448;p58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9" name="Google Shape;449;p5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5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5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5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5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5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5" name="Google Shape;455;p58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6" name="Google Shape;456;p5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5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5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5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0" name="Google Shape;460;p58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58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58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58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58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58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6" name="Google Shape;466;p58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7" name="Google Shape;467;p5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5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5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0" name="Google Shape;470;p58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71" name="Google Shape;471;p5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5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5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4" name="Google Shape;474;p58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5" name="Google Shape;475;p5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5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5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78" name="Google Shape;478;p58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9" name="Google Shape;479;p58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80" name="Google Shape;480;p58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81" name="Google Shape;481;p5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5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5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5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5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5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7" name="Google Shape;487;p58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8" name="Google Shape;488;p5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5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5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5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2" name="Google Shape;492;p58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93" name="Google Shape;493;p5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5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5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5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7" name="Google Shape;497;p58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8" name="Google Shape;498;p5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5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5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1" name="Google Shape;501;p58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502" name="Google Shape;502;p5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5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5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6" name="Google Shape;506;p59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507" name="Google Shape;507;p59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59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9" name="Google Shape;509;p59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510" name="Google Shape;510;p59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511" name="Google Shape;511;p59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2" name="Google Shape;512;p59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3" name="Google Shape;513;p59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4" name="Google Shape;514;p59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15" name="Google Shape;515;p59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516" name="Google Shape;516;p5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5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5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5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5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5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2" name="Google Shape;522;p59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523" name="Google Shape;523;p5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5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5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5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7" name="Google Shape;527;p59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528" name="Google Shape;528;p5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5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5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5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2" name="Google Shape;532;p59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533" name="Google Shape;533;p59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59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59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59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59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59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9" name="Google Shape;539;p59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540" name="Google Shape;540;p5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5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5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543" name="Google Shape;543;p59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4" name="Google Shape;544;p59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5" name="Google Shape;545;p59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46" name="Google Shape;546;p59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547" name="Google Shape;547;p5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5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5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5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5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5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3" name="Google Shape;553;p59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554" name="Google Shape;554;p5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5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5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5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8" name="Google Shape;558;p59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559" name="Google Shape;559;p5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5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5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5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3" name="Google Shape;563;p59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59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59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59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59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59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9" name="Google Shape;569;p59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570" name="Google Shape;570;p5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5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5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3" name="Google Shape;573;p59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574" name="Google Shape;574;p5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5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5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0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79" name="Google Shape;579;p60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0" name="Google Shape;580;p60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81" name="Google Shape;581;p6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82" name="Google Shape;582;p6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6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6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6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6" name="Google Shape;586;p60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587" name="Google Shape;587;p6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6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6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6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6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6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3" name="Google Shape;593;p6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4" name="Google Shape;594;p6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95" name="Google Shape;595;p6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96" name="Google Shape;596;p6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6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6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6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6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6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2" name="Google Shape;602;p6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603" name="Google Shape;603;p6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6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6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6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7" name="Google Shape;607;p6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608" name="Google Shape;608;p6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6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6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6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2" name="Google Shape;612;p6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613" name="Google Shape;613;p6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6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6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6" name="Google Shape;616;p6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617" name="Google Shape;617;p6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6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6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1"/>
          <p:cNvSpPr txBox="1"/>
          <p:nvPr>
            <p:ph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22" name="Google Shape;622;p61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3" name="Google Shape;623;p61"/>
          <p:cNvSpPr txBox="1"/>
          <p:nvPr>
            <p:ph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24" name="Google Shape;624;p61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5" name="Google Shape;625;p61"/>
          <p:cNvSpPr txBox="1"/>
          <p:nvPr>
            <p:ph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26" name="Google Shape;626;p61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627" name="Google Shape;627;p6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p61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9" name="Google Shape;629;p6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0" name="Google Shape;630;p6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31" name="Google Shape;631;p61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632" name="Google Shape;632;p6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6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6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6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6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6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8" name="Google Shape;638;p61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639" name="Google Shape;639;p6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6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6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6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3" name="Google Shape;643;p61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644" name="Google Shape;644;p6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6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6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6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8" name="Google Shape;648;p6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649" name="Google Shape;649;p6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6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6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6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6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6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5" name="Google Shape;655;p61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656" name="Google Shape;656;p6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6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6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59" name="Google Shape;659;p61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0" name="Google Shape;660;p6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1" name="Google Shape;661;p61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62" name="Google Shape;662;p6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663" name="Google Shape;663;p6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6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6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6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6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6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9" name="Google Shape;669;p6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670" name="Google Shape;670;p6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6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6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6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4" name="Google Shape;674;p6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675" name="Google Shape;675;p6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6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6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6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9" name="Google Shape;679;p61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61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61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61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61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61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5" name="Google Shape;685;p6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86" name="Google Shape;686;p6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6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6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9" name="Google Shape;689;p6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90" name="Google Shape;690;p6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6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6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3" name="Google Shape;693;p6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94" name="Google Shape;694;p6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6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6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2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99" name="Google Shape;699;p62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62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1" name="Google Shape;701;p62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02" name="Google Shape;702;p62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703" name="Google Shape;703;p6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6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6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6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7" name="Google Shape;707;p62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708" name="Google Shape;708;p6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6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6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6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6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6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4" name="Google Shape;714;p62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715" name="Google Shape;715;p6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6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6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18" name="Google Shape;718;p62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19" name="Google Shape;719;p62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720" name="Google Shape;720;p6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6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6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6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6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6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6" name="Google Shape;726;p62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27" name="Google Shape;727;p6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6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6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6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1" name="Google Shape;731;p62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32" name="Google Shape;732;p6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6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6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6" name="Google Shape;736;p63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737" name="Google Shape;737;p63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63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9" name="Google Shape;739;p63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740" name="Google Shape;740;p63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741" name="Google Shape;741;p63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2" name="Google Shape;742;p63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3" name="Google Shape;743;p63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4" name="Google Shape;744;p63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45" name="Google Shape;745;p63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746" name="Google Shape;746;p6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6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6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6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6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6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2" name="Google Shape;752;p63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753" name="Google Shape;753;p6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6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6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6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7" name="Google Shape;757;p63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758" name="Google Shape;758;p6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6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6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6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2" name="Google Shape;762;p63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763" name="Google Shape;763;p63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63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63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63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63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63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9" name="Google Shape;769;p63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770" name="Google Shape;770;p6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6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6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773" name="Google Shape;773;p63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4" name="Google Shape;774;p63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5" name="Google Shape;775;p63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76" name="Google Shape;776;p63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777" name="Google Shape;777;p6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6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6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6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6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6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3" name="Google Shape;783;p63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784" name="Google Shape;784;p6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6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6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6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8" name="Google Shape;788;p63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789" name="Google Shape;789;p6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6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6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6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93" name="Google Shape;793;p63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63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63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63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63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63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9" name="Google Shape;799;p63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800" name="Google Shape;800;p6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6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6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3" name="Google Shape;803;p63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804" name="Google Shape;804;p6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6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6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07" name="Google Shape;807;p63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9" name="Google Shape;809;p6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0" name="Google Shape;810;p64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811" name="Google Shape;811;p64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12" name="Google Shape;812;p6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813" name="Google Shape;813;p6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6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6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6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7" name="Google Shape;817;p6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818" name="Google Shape;818;p6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6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6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6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6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6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24" name="Google Shape;824;p6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5" name="Google Shape;825;p6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26" name="Google Shape;826;p6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827" name="Google Shape;827;p6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6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6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6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6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6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3" name="Google Shape;833;p6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834" name="Google Shape;834;p6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6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6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6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8" name="Google Shape;838;p6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839" name="Google Shape;839;p6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6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6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6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3" name="Google Shape;843;p6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44" name="Google Shape;844;p6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6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6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7" name="Google Shape;847;p6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848" name="Google Shape;848;p6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6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6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1" name="Google Shape;851;p64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52" name="Google Shape;852;p64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53" name="Google Shape;853;p64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54" name="Google Shape;854;p64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5" name="Google Shape;855;p64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56" name="Google Shape;856;p64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65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9" name="Google Shape;859;p65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60" name="Google Shape;860;p65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61" name="Google Shape;861;p65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62" name="Google Shape;862;p65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63" name="Google Shape;863;p65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64" name="Google Shape;864;p65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65" name="Google Shape;865;p65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66" name="Google Shape;866;p65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67" name="Google Shape;867;p65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68" name="Google Shape;868;p65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69" name="Google Shape;869;p65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70" name="Google Shape;870;p65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71" name="Google Shape;871;p65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2" name="Google Shape;872;p65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3" name="Google Shape;873;p65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4" name="Google Shape;874;p65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75" name="Google Shape;875;p65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876" name="Google Shape;876;p6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6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6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6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6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6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2" name="Google Shape;882;p65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883" name="Google Shape;883;p6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6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6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6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7" name="Google Shape;887;p65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888" name="Google Shape;888;p6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6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6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6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2" name="Google Shape;892;p65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893" name="Google Shape;893;p6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6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6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6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6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6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9" name="Google Shape;899;p65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900" name="Google Shape;900;p6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6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6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03" name="Google Shape;903;p65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4" name="Google Shape;904;p65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5" name="Google Shape;905;p65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06" name="Google Shape;906;p65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907" name="Google Shape;907;p6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6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6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6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6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6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3" name="Google Shape;913;p65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914" name="Google Shape;914;p6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6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6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6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8" name="Google Shape;918;p65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919" name="Google Shape;919;p6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6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6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6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3" name="Google Shape;923;p65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65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65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65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65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65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9" name="Google Shape;929;p65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930" name="Google Shape;930;p6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6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6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3" name="Google Shape;933;p65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934" name="Google Shape;934;p6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6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6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66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39" name="Google Shape;939;p66"/>
          <p:cNvGrpSpPr/>
          <p:nvPr/>
        </p:nvGrpSpPr>
        <p:grpSpPr>
          <a:xfrm>
            <a:off x="261711" y="-1158"/>
            <a:ext cx="8550327" cy="3981600"/>
            <a:chOff x="261711" y="-1158"/>
            <a:chExt cx="8550327" cy="3981600"/>
          </a:xfrm>
        </p:grpSpPr>
        <p:cxnSp>
          <p:nvCxnSpPr>
            <p:cNvPr id="940" name="Google Shape;940;p66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1" name="Google Shape;941;p66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42" name="Google Shape;942;p66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943" name="Google Shape;943;p6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4" name="Google Shape;944;p6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5" name="Google Shape;945;p6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" name="Google Shape;946;p6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47" name="Google Shape;947;p66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948" name="Google Shape;948;p6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9" name="Google Shape;949;p6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" name="Google Shape;950;p6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" name="Google Shape;951;p6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2" name="Google Shape;952;p66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953" name="Google Shape;953;p6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6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6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6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6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6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59" name="Google Shape;959;p66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60" name="Google Shape;960;p66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61" name="Google Shape;961;p66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62" name="Google Shape;962;p66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63" name="Google Shape;963;p66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64" name="Google Shape;964;p66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6" name="Google Shape;966;p67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7" name="Google Shape;967;p67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968" name="Google Shape;968;p67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9" name="Google Shape;969;p67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970" name="Google Shape;970;p6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6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6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6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4" name="Google Shape;974;p67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975" name="Google Shape;975;p6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6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6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6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6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6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81" name="Google Shape;981;p67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2" name="Google Shape;982;p67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83" name="Google Shape;983;p67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984" name="Google Shape;984;p6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6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6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6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6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6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0" name="Google Shape;990;p67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991" name="Google Shape;991;p6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6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6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6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5" name="Google Shape;995;p67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996" name="Google Shape;996;p6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6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6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6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0" name="Google Shape;1000;p6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001" name="Google Shape;1001;p6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6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6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4" name="Google Shape;1004;p67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005" name="Google Shape;1005;p6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6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6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8" name="Google Shape;1008;p67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09" name="Google Shape;1009;p67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10" name="Google Shape;1010;p67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11" name="Google Shape;1011;p67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12" name="Google Shape;1012;p67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13" name="Google Shape;1013;p67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5" name="Google Shape;1015;p68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1016" name="Google Shape;1016;p68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68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68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9" name="Google Shape;1019;p68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020" name="Google Shape;1020;p68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1" name="Google Shape;1021;p68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2" name="Google Shape;1022;p68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3" name="Google Shape;1023;p68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24" name="Google Shape;1024;p68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025" name="Google Shape;1025;p6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6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6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6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6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6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1" name="Google Shape;1031;p68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32" name="Google Shape;1032;p6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6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6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6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6" name="Google Shape;1036;p68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37" name="Google Shape;1037;p6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6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6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6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1" name="Google Shape;1041;p68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42" name="Google Shape;1042;p6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6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6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6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6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6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8" name="Google Shape;1048;p68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49" name="Google Shape;1049;p6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6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6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52" name="Google Shape;1052;p68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3" name="Google Shape;1053;p68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4" name="Google Shape;1054;p68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55" name="Google Shape;1055;p68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56" name="Google Shape;1056;p6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6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6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6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6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6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2" name="Google Shape;1062;p68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63" name="Google Shape;1063;p6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6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6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6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7" name="Google Shape;1067;p68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68" name="Google Shape;1068;p6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6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6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6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2" name="Google Shape;1072;p68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68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68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68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68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68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8" name="Google Shape;1078;p68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79" name="Google Shape;1079;p6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6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6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2" name="Google Shape;1082;p68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83" name="Google Shape;1083;p6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6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6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6" name="Google Shape;1086;p68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87" name="Google Shape;1087;p6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6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6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0" name="Google Shape;1090;p68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69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3" name="Google Shape;1093;p69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094" name="Google Shape;1094;p69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5" name="Google Shape;1095;p69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6" name="Google Shape;1096;p69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97" name="Google Shape;1097;p69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098" name="Google Shape;1098;p6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6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6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6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2" name="Google Shape;1102;p69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103" name="Google Shape;1103;p6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6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6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6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6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6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9" name="Google Shape;1109;p69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110" name="Google Shape;1110;p6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6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6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13" name="Google Shape;1113;p69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14" name="Google Shape;1114;p69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115" name="Google Shape;1115;p6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6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6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6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6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6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1" name="Google Shape;1121;p69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122" name="Google Shape;1122;p6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6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6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6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6" name="Google Shape;1126;p69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127" name="Google Shape;1127;p6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6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6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30" name="Google Shape;1130;p69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1" name="Google Shape;1131;p69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2" name="Google Shape;1132;p69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3" name="Google Shape;1133;p69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34" name="Google Shape;1134;p69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1135" name="Google Shape;1135;p6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6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6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6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6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6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1" name="Google Shape;1141;p69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1142" name="Google Shape;1142;p6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6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6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6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6" name="Google Shape;1146;p69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1147" name="Google Shape;1147;p6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6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6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6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1" name="Google Shape;1151;p69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1152" name="Google Shape;1152;p6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6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6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6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6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6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8" name="Google Shape;1158;p69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1159" name="Google Shape;1159;p6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6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6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70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164" name="Google Shape;1164;p70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5" name="Google Shape;1165;p70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6" name="Google Shape;1166;p70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67" name="Google Shape;1167;p70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168" name="Google Shape;1168;p7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7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7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7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7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7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4" name="Google Shape;1174;p70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175" name="Google Shape;1175;p7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7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7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7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9" name="Google Shape;1179;p70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70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70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70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70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70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5" name="Google Shape;1185;p70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186" name="Google Shape;1186;p7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7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7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9" name="Google Shape;1189;p70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190" name="Google Shape;1190;p7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7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7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3" name="Google Shape;1193;p70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194" name="Google Shape;1194;p7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7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7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97" name="Google Shape;1197;p70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8" name="Google Shape;1198;p70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99" name="Google Shape;1199;p70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00" name="Google Shape;1200;p7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7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7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7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7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7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6" name="Google Shape;1206;p70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07" name="Google Shape;1207;p7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7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7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7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1" name="Google Shape;1211;p70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12" name="Google Shape;1212;p7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7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7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7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6" name="Google Shape;1216;p70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17" name="Google Shape;1217;p7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7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7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0" name="Google Shape;1220;p70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21" name="Google Shape;1221;p7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7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7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71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6" name="Google Shape;1226;p71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227" name="Google Shape;1227;p71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228" name="Google Shape;1228;p71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9" name="Google Shape;1229;p71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0" name="Google Shape;1230;p71"/>
          <p:cNvSpPr txBox="1"/>
          <p:nvPr>
            <p:ph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31" name="Google Shape;1231;p71"/>
          <p:cNvSpPr txBox="1"/>
          <p:nvPr>
            <p:ph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1232" name="Google Shape;1232;p71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233" name="Google Shape;1233;p71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234" name="Google Shape;1234;p71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235" name="Google Shape;1235;p7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6" name="Google Shape;1236;p7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7" name="Google Shape;1237;p7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8" name="Google Shape;1238;p7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9" name="Google Shape;1239;p7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0" name="Google Shape;1240;p7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1" name="Google Shape;1241;p71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42" name="Google Shape;1242;p7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3" name="Google Shape;1243;p7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p7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5" name="Google Shape;1245;p7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6" name="Google Shape;1246;p71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247" name="Google Shape;1247;p7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8" name="Google Shape;1248;p7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9" name="Google Shape;1249;p7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0" name="Google Shape;1250;p7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251" name="Google Shape;1251;p71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252" name="Google Shape;1252;p71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253" name="Google Shape;1253;p7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4" name="Google Shape;1254;p7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5" name="Google Shape;1255;p7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6" name="Google Shape;1256;p7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7" name="Google Shape;1257;p7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8" name="Google Shape;1258;p7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59" name="Google Shape;1259;p71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260" name="Google Shape;1260;p7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1" name="Google Shape;1261;p7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2" name="Google Shape;1262;p7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3" name="Google Shape;1263;p7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64" name="Google Shape;1264;p71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265" name="Google Shape;1265;p7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6" name="Google Shape;1266;p7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p7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8" name="Google Shape;1268;p7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69" name="Google Shape;1269;p71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270" name="Google Shape;1270;p7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1" name="Google Shape;1271;p7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p7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3" name="Google Shape;1273;p71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274" name="Google Shape;1274;p7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5" name="Google Shape;1275;p7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p7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7" name="Google Shape;1277;p71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278" name="Google Shape;1278;p7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7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0" name="Google Shape;1280;p7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1" name="Google Shape;1281;p71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282" name="Google Shape;1282;p7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7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p7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285" name="Google Shape;1285;p71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6" name="Google Shape;1286;p71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87" name="Google Shape;1287;p71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71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71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71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72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1293" name="Google Shape;1293;p72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294" name="Google Shape;1294;p72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5" name="Google Shape;1295;p72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96" name="Google Shape;1296;p7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297" name="Google Shape;1297;p7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7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7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7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1" name="Google Shape;1301;p72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1302" name="Google Shape;1302;p7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7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7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7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7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7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08" name="Google Shape;1308;p7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9" name="Google Shape;1309;p7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10" name="Google Shape;1310;p7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311" name="Google Shape;1311;p7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7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7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7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7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7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7" name="Google Shape;1317;p7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318" name="Google Shape;1318;p7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7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7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7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2" name="Google Shape;1322;p7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323" name="Google Shape;1323;p7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7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7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7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7" name="Google Shape;1327;p7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328" name="Google Shape;1328;p7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7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7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1" name="Google Shape;1331;p7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332" name="Google Shape;1332;p7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7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7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74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337" name="Google Shape;1337;p74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338" name="Google Shape;1338;p74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339" name="Google Shape;1339;p7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340" name="Google Shape;1340;p7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341" name="Google Shape;1341;p7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342" name="Google Shape;1342;p7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3" name="Google Shape;1343;p7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4" name="Google Shape;1344;p7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7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p7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7" name="Google Shape;1347;p7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8" name="Google Shape;1348;p7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349" name="Google Shape;1349;p7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p7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1" name="Google Shape;1351;p7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p7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53" name="Google Shape;1353;p7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54" name="Google Shape;1354;p7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5" name="Google Shape;1355;p7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p7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p7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358" name="Google Shape;1358;p7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359" name="Google Shape;1359;p7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60" name="Google Shape;1360;p7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p7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p7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3" name="Google Shape;1363;p7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7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7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6" name="Google Shape;1366;p7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367" name="Google Shape;1367;p7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p7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7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p7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1" name="Google Shape;1371;p7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372" name="Google Shape;1372;p7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7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p7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5" name="Google Shape;1375;p7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6" name="Google Shape;1376;p7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377" name="Google Shape;1377;p7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7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7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0" name="Google Shape;1380;p7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381" name="Google Shape;1381;p7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2" name="Google Shape;1382;p7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3" name="Google Shape;1383;p7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4" name="Google Shape;1384;p7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385" name="Google Shape;1385;p7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p7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p7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8" name="Google Shape;1388;p7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389" name="Google Shape;1389;p7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0" name="Google Shape;1390;p7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1" name="Google Shape;1391;p7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392" name="Google Shape;1392;p7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3" name="Google Shape;1393;p7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94" name="Google Shape;1394;p7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7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7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7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77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00" name="Google Shape;1400;p77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401" name="Google Shape;1401;p7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2" name="Google Shape;1402;p7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3" name="Google Shape;1403;p7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04" name="Google Shape;1404;p7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405" name="Google Shape;1405;p7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7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7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7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7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7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1" name="Google Shape;1411;p7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412" name="Google Shape;1412;p7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7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7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7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6" name="Google Shape;1416;p7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7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7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7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7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7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2" name="Google Shape;1422;p7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423" name="Google Shape;1423;p7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7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7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6" name="Google Shape;1426;p7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427" name="Google Shape;1427;p7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7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7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0" name="Google Shape;1430;p7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431" name="Google Shape;1431;p7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7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7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34" name="Google Shape;1434;p7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5" name="Google Shape;1435;p7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36" name="Google Shape;1436;p7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437" name="Google Shape;1437;p7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7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7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7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7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7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3" name="Google Shape;1443;p7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444" name="Google Shape;1444;p7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7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7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7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8" name="Google Shape;1448;p7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449" name="Google Shape;1449;p7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7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7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7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3" name="Google Shape;1453;p7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454" name="Google Shape;1454;p7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7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7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7" name="Google Shape;1457;p7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458" name="Google Shape;1458;p7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7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7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3" name="Google Shape;1463;p7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4" name="Google Shape;1464;p7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5" name="Google Shape;1465;p7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6" name="Google Shape;1466;p7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67" name="Google Shape;1467;p7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468" name="Google Shape;1468;p7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7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7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7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7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7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4" name="Google Shape;1474;p7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475" name="Google Shape;1475;p7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7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7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7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9" name="Google Shape;1479;p7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480" name="Google Shape;1480;p7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7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7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7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4" name="Google Shape;1484;p7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485" name="Google Shape;1485;p7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7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7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7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7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7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1" name="Google Shape;1491;p7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492" name="Google Shape;1492;p7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7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7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95" name="Google Shape;1495;p7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6" name="Google Shape;1496;p7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7" name="Google Shape;1497;p7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98" name="Google Shape;1498;p7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499" name="Google Shape;1499;p7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7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7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7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7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7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5" name="Google Shape;1505;p7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506" name="Google Shape;1506;p7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7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7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7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0" name="Google Shape;1510;p7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511" name="Google Shape;1511;p7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7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7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7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5" name="Google Shape;1515;p7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7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7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7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7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7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1" name="Google Shape;1521;p7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522" name="Google Shape;1522;p7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7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7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5" name="Google Shape;1525;p7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526" name="Google Shape;1526;p7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7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7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9" name="Google Shape;1529;p7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530" name="Google Shape;1530;p7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7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7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4" name="Google Shape;1534;p80"/>
          <p:cNvGrpSpPr/>
          <p:nvPr/>
        </p:nvGrpSpPr>
        <p:grpSpPr>
          <a:xfrm>
            <a:off x="261711" y="-1158"/>
            <a:ext cx="8550327" cy="3981600"/>
            <a:chOff x="261711" y="-1158"/>
            <a:chExt cx="8550327" cy="3981600"/>
          </a:xfrm>
        </p:grpSpPr>
        <p:cxnSp>
          <p:nvCxnSpPr>
            <p:cNvPr id="1535" name="Google Shape;1535;p80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6" name="Google Shape;1536;p80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37" name="Google Shape;1537;p80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538" name="Google Shape;1538;p8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9" name="Google Shape;1539;p8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0" name="Google Shape;1540;p8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p8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2" name="Google Shape;1542;p80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543" name="Google Shape;1543;p8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p8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8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8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7" name="Google Shape;1547;p80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548" name="Google Shape;1548;p8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8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0" name="Google Shape;1550;p8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1" name="Google Shape;1551;p8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2" name="Google Shape;1552;p8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3" name="Google Shape;1553;p8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5" name="Google Shape;1555;p81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556" name="Google Shape;1556;p81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57" name="Google Shape;1557;p81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558" name="Google Shape;1558;p8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p8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0" name="Google Shape;1560;p8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p8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p8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3" name="Google Shape;1563;p8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4" name="Google Shape;1564;p81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565" name="Google Shape;1565;p8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6" name="Google Shape;1566;p8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7" name="Google Shape;1567;p8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8" name="Google Shape;1568;p8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9" name="Google Shape;1569;p81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570" name="Google Shape;1570;p8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1" name="Google Shape;1571;p8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2" name="Google Shape;1572;p8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3" name="Google Shape;1573;p8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574" name="Google Shape;1574;p81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75" name="Google Shape;1575;p81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576" name="Google Shape;1576;p8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7" name="Google Shape;1577;p8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8" name="Google Shape;1578;p8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9" name="Google Shape;1579;p8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0" name="Google Shape;1580;p8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1" name="Google Shape;1581;p8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2" name="Google Shape;1582;p81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583" name="Google Shape;1583;p8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4" name="Google Shape;1584;p8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5" name="Google Shape;1585;p8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6" name="Google Shape;1586;p8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7" name="Google Shape;1587;p81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588" name="Google Shape;1588;p8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9" name="Google Shape;1589;p8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8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1" name="Google Shape;1591;p8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2" name="Google Shape;1592;p81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93" name="Google Shape;1593;p8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4" name="Google Shape;1594;p8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5" name="Google Shape;1595;p8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6" name="Google Shape;1596;p81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97" name="Google Shape;1597;p8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8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9" name="Google Shape;1599;p8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0" name="Google Shape;1600;p81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01" name="Google Shape;1601;p8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8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8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4" name="Google Shape;1604;p81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05" name="Google Shape;1605;p8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8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7" name="Google Shape;1607;p8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08" name="Google Shape;1608;p81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9" name="Google Shape;1609;p81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10" name="Google Shape;1610;p81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81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81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81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5" name="Google Shape;1615;p82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616" name="Google Shape;1616;p82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7" name="Google Shape;1617;p82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8" name="Google Shape;1618;p82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9" name="Google Shape;1619;p82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20" name="Google Shape;1620;p82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621" name="Google Shape;1621;p8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2" name="Google Shape;1622;p8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3" name="Google Shape;1623;p8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4" name="Google Shape;1624;p8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5" name="Google Shape;1625;p8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p8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27" name="Google Shape;1627;p82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628" name="Google Shape;1628;p8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8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8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1" name="Google Shape;1631;p8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2" name="Google Shape;1632;p82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633" name="Google Shape;1633;p8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8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8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6" name="Google Shape;1636;p8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7" name="Google Shape;1637;p82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638" name="Google Shape;1638;p82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9" name="Google Shape;1639;p82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0" name="Google Shape;1640;p82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1" name="Google Shape;1641;p82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2" name="Google Shape;1642;p82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3" name="Google Shape;1643;p82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4" name="Google Shape;1644;p82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645" name="Google Shape;1645;p8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6" name="Google Shape;1646;p8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7" name="Google Shape;1647;p8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48" name="Google Shape;1648;p82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9" name="Google Shape;1649;p82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0" name="Google Shape;1650;p82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51" name="Google Shape;1651;p82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652" name="Google Shape;1652;p8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3" name="Google Shape;1653;p8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4" name="Google Shape;1654;p8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5" name="Google Shape;1655;p8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6" name="Google Shape;1656;p8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7" name="Google Shape;1657;p8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8" name="Google Shape;1658;p82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659" name="Google Shape;1659;p8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0" name="Google Shape;1660;p8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1" name="Google Shape;1661;p8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2" name="Google Shape;1662;p8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3" name="Google Shape;1663;p82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64" name="Google Shape;1664;p8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5" name="Google Shape;1665;p8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6" name="Google Shape;1666;p8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7" name="Google Shape;1667;p8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68" name="Google Shape;1668;p82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82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82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82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82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82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74" name="Google Shape;1674;p82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75" name="Google Shape;1675;p8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6" name="Google Shape;1676;p8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7" name="Google Shape;1677;p8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8" name="Google Shape;1678;p82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79" name="Google Shape;1679;p8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0" name="Google Shape;1680;p8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1" name="Google Shape;1681;p8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9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hyperlink" Target="http://node.j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CJdaRacc/FAMU-Career-Assistant-Proj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6" name="Google Shape;1686;p1"/>
          <p:cNvGrpSpPr/>
          <p:nvPr/>
        </p:nvGrpSpPr>
        <p:grpSpPr>
          <a:xfrm>
            <a:off x="51860" y="914919"/>
            <a:ext cx="5343540" cy="4183680"/>
            <a:chOff x="469775" y="238125"/>
            <a:chExt cx="6679425" cy="5229600"/>
          </a:xfrm>
        </p:grpSpPr>
        <p:sp>
          <p:nvSpPr>
            <p:cNvPr id="1687" name="Google Shape;1687;p1"/>
            <p:cNvSpPr/>
            <p:nvPr/>
          </p:nvSpPr>
          <p:spPr>
            <a:xfrm>
              <a:off x="830950" y="238200"/>
              <a:ext cx="6001825" cy="5109175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1"/>
            <p:cNvSpPr/>
            <p:nvPr/>
          </p:nvSpPr>
          <p:spPr>
            <a:xfrm>
              <a:off x="1009000" y="238125"/>
              <a:ext cx="5764775" cy="5102425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1"/>
            <p:cNvSpPr/>
            <p:nvPr/>
          </p:nvSpPr>
          <p:spPr>
            <a:xfrm>
              <a:off x="6155150" y="3211050"/>
              <a:ext cx="888225" cy="2247525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1"/>
            <p:cNvSpPr/>
            <p:nvPr/>
          </p:nvSpPr>
          <p:spPr>
            <a:xfrm>
              <a:off x="2992975" y="2455100"/>
              <a:ext cx="2658575" cy="3012625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1"/>
            <p:cNvSpPr/>
            <p:nvPr/>
          </p:nvSpPr>
          <p:spPr>
            <a:xfrm>
              <a:off x="2992975" y="2709450"/>
              <a:ext cx="2434725" cy="2758275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1"/>
            <p:cNvSpPr/>
            <p:nvPr/>
          </p:nvSpPr>
          <p:spPr>
            <a:xfrm>
              <a:off x="5418525" y="2464250"/>
              <a:ext cx="224875" cy="2994325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1"/>
            <p:cNvSpPr/>
            <p:nvPr/>
          </p:nvSpPr>
          <p:spPr>
            <a:xfrm>
              <a:off x="55335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1"/>
            <p:cNvSpPr/>
            <p:nvPr/>
          </p:nvSpPr>
          <p:spPr>
            <a:xfrm>
              <a:off x="5525350" y="4898950"/>
              <a:ext cx="126200" cy="568775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1"/>
            <p:cNvSpPr/>
            <p:nvPr/>
          </p:nvSpPr>
          <p:spPr>
            <a:xfrm>
              <a:off x="5643375" y="4524550"/>
              <a:ext cx="474150" cy="934025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1"/>
            <p:cNvSpPr/>
            <p:nvPr/>
          </p:nvSpPr>
          <p:spPr>
            <a:xfrm>
              <a:off x="56342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1"/>
            <p:cNvSpPr/>
            <p:nvPr/>
          </p:nvSpPr>
          <p:spPr>
            <a:xfrm>
              <a:off x="18209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1"/>
            <p:cNvSpPr/>
            <p:nvPr/>
          </p:nvSpPr>
          <p:spPr>
            <a:xfrm>
              <a:off x="1812775" y="4898950"/>
              <a:ext cx="126175" cy="568775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1"/>
            <p:cNvSpPr/>
            <p:nvPr/>
          </p:nvSpPr>
          <p:spPr>
            <a:xfrm>
              <a:off x="1930800" y="4524550"/>
              <a:ext cx="474125" cy="934025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1"/>
            <p:cNvSpPr/>
            <p:nvPr/>
          </p:nvSpPr>
          <p:spPr>
            <a:xfrm>
              <a:off x="19216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1"/>
            <p:cNvSpPr/>
            <p:nvPr/>
          </p:nvSpPr>
          <p:spPr>
            <a:xfrm>
              <a:off x="1398675" y="4437050"/>
              <a:ext cx="5067825" cy="56775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1"/>
            <p:cNvSpPr/>
            <p:nvPr/>
          </p:nvSpPr>
          <p:spPr>
            <a:xfrm>
              <a:off x="1390525" y="4428500"/>
              <a:ext cx="5084125" cy="58445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1"/>
            <p:cNvSpPr/>
            <p:nvPr/>
          </p:nvSpPr>
          <p:spPr>
            <a:xfrm>
              <a:off x="1400700" y="4437050"/>
              <a:ext cx="5065800" cy="531125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1"/>
            <p:cNvSpPr/>
            <p:nvPr/>
          </p:nvSpPr>
          <p:spPr>
            <a:xfrm>
              <a:off x="1391550" y="4427900"/>
              <a:ext cx="5084100" cy="549425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1"/>
            <p:cNvSpPr/>
            <p:nvPr/>
          </p:nvSpPr>
          <p:spPr>
            <a:xfrm>
              <a:off x="5056325" y="4664950"/>
              <a:ext cx="755975" cy="21370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1"/>
            <p:cNvSpPr/>
            <p:nvPr/>
          </p:nvSpPr>
          <p:spPr>
            <a:xfrm>
              <a:off x="5047175" y="4656825"/>
              <a:ext cx="774275" cy="230975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1"/>
            <p:cNvSpPr/>
            <p:nvPr/>
          </p:nvSpPr>
          <p:spPr>
            <a:xfrm>
              <a:off x="5774625" y="4437050"/>
              <a:ext cx="691875" cy="56775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1"/>
            <p:cNvSpPr/>
            <p:nvPr/>
          </p:nvSpPr>
          <p:spPr>
            <a:xfrm>
              <a:off x="5766475" y="4428250"/>
              <a:ext cx="708175" cy="584775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1"/>
            <p:cNvSpPr/>
            <p:nvPr/>
          </p:nvSpPr>
          <p:spPr>
            <a:xfrm>
              <a:off x="5189600" y="4452300"/>
              <a:ext cx="914700" cy="283675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1"/>
            <p:cNvSpPr/>
            <p:nvPr/>
          </p:nvSpPr>
          <p:spPr>
            <a:xfrm>
              <a:off x="5292375" y="4676900"/>
              <a:ext cx="262500" cy="1763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1"/>
            <p:cNvSpPr/>
            <p:nvPr/>
          </p:nvSpPr>
          <p:spPr>
            <a:xfrm>
              <a:off x="5442950" y="4707275"/>
              <a:ext cx="72250" cy="119475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1"/>
            <p:cNvSpPr/>
            <p:nvPr/>
          </p:nvSpPr>
          <p:spPr>
            <a:xfrm>
              <a:off x="3283975" y="4592725"/>
              <a:ext cx="2022650" cy="316425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1"/>
            <p:cNvSpPr/>
            <p:nvPr/>
          </p:nvSpPr>
          <p:spPr>
            <a:xfrm>
              <a:off x="3274800" y="4584575"/>
              <a:ext cx="2041000" cy="332725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1"/>
            <p:cNvSpPr/>
            <p:nvPr/>
          </p:nvSpPr>
          <p:spPr>
            <a:xfrm>
              <a:off x="4902700" y="4584475"/>
              <a:ext cx="413100" cy="352825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1"/>
            <p:cNvSpPr/>
            <p:nvPr/>
          </p:nvSpPr>
          <p:spPr>
            <a:xfrm>
              <a:off x="3283975" y="4909125"/>
              <a:ext cx="1626875" cy="19375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1"/>
            <p:cNvSpPr/>
            <p:nvPr/>
          </p:nvSpPr>
          <p:spPr>
            <a:xfrm>
              <a:off x="3274800" y="4899975"/>
              <a:ext cx="1645225" cy="37675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1"/>
            <p:cNvSpPr/>
            <p:nvPr/>
          </p:nvSpPr>
          <p:spPr>
            <a:xfrm>
              <a:off x="37530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1"/>
            <p:cNvSpPr/>
            <p:nvPr/>
          </p:nvSpPr>
          <p:spPr>
            <a:xfrm>
              <a:off x="38608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1"/>
            <p:cNvSpPr/>
            <p:nvPr/>
          </p:nvSpPr>
          <p:spPr>
            <a:xfrm>
              <a:off x="36451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1"/>
            <p:cNvSpPr/>
            <p:nvPr/>
          </p:nvSpPr>
          <p:spPr>
            <a:xfrm>
              <a:off x="36980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1"/>
            <p:cNvSpPr/>
            <p:nvPr/>
          </p:nvSpPr>
          <p:spPr>
            <a:xfrm>
              <a:off x="38578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1"/>
            <p:cNvSpPr/>
            <p:nvPr/>
          </p:nvSpPr>
          <p:spPr>
            <a:xfrm>
              <a:off x="37499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1"/>
            <p:cNvSpPr/>
            <p:nvPr/>
          </p:nvSpPr>
          <p:spPr>
            <a:xfrm>
              <a:off x="39676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1"/>
            <p:cNvSpPr/>
            <p:nvPr/>
          </p:nvSpPr>
          <p:spPr>
            <a:xfrm>
              <a:off x="45048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1"/>
            <p:cNvSpPr/>
            <p:nvPr/>
          </p:nvSpPr>
          <p:spPr>
            <a:xfrm>
              <a:off x="39646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1"/>
            <p:cNvSpPr/>
            <p:nvPr/>
          </p:nvSpPr>
          <p:spPr>
            <a:xfrm>
              <a:off x="40755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1"/>
            <p:cNvSpPr/>
            <p:nvPr/>
          </p:nvSpPr>
          <p:spPr>
            <a:xfrm>
              <a:off x="47195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1"/>
            <p:cNvSpPr/>
            <p:nvPr/>
          </p:nvSpPr>
          <p:spPr>
            <a:xfrm>
              <a:off x="47724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1"/>
            <p:cNvSpPr/>
            <p:nvPr/>
          </p:nvSpPr>
          <p:spPr>
            <a:xfrm>
              <a:off x="46127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1"/>
            <p:cNvSpPr/>
            <p:nvPr/>
          </p:nvSpPr>
          <p:spPr>
            <a:xfrm>
              <a:off x="43980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1"/>
            <p:cNvSpPr/>
            <p:nvPr/>
          </p:nvSpPr>
          <p:spPr>
            <a:xfrm>
              <a:off x="41823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1"/>
            <p:cNvSpPr/>
            <p:nvPr/>
          </p:nvSpPr>
          <p:spPr>
            <a:xfrm>
              <a:off x="42902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1"/>
            <p:cNvSpPr/>
            <p:nvPr/>
          </p:nvSpPr>
          <p:spPr>
            <a:xfrm>
              <a:off x="43950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1"/>
            <p:cNvSpPr/>
            <p:nvPr/>
          </p:nvSpPr>
          <p:spPr>
            <a:xfrm>
              <a:off x="45577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1"/>
            <p:cNvSpPr/>
            <p:nvPr/>
          </p:nvSpPr>
          <p:spPr>
            <a:xfrm>
              <a:off x="43421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1"/>
            <p:cNvSpPr/>
            <p:nvPr/>
          </p:nvSpPr>
          <p:spPr>
            <a:xfrm>
              <a:off x="41274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1"/>
            <p:cNvSpPr/>
            <p:nvPr/>
          </p:nvSpPr>
          <p:spPr>
            <a:xfrm>
              <a:off x="44499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1"/>
            <p:cNvSpPr/>
            <p:nvPr/>
          </p:nvSpPr>
          <p:spPr>
            <a:xfrm>
              <a:off x="40724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1"/>
            <p:cNvSpPr/>
            <p:nvPr/>
          </p:nvSpPr>
          <p:spPr>
            <a:xfrm>
              <a:off x="3804900" y="4721925"/>
              <a:ext cx="178050" cy="5905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1"/>
            <p:cNvSpPr/>
            <p:nvPr/>
          </p:nvSpPr>
          <p:spPr>
            <a:xfrm>
              <a:off x="40205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1"/>
            <p:cNvSpPr/>
            <p:nvPr/>
          </p:nvSpPr>
          <p:spPr>
            <a:xfrm>
              <a:off x="39127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1"/>
            <p:cNvSpPr/>
            <p:nvPr/>
          </p:nvSpPr>
          <p:spPr>
            <a:xfrm>
              <a:off x="42352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1"/>
            <p:cNvSpPr/>
            <p:nvPr/>
          </p:nvSpPr>
          <p:spPr>
            <a:xfrm>
              <a:off x="42871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1"/>
            <p:cNvSpPr/>
            <p:nvPr/>
          </p:nvSpPr>
          <p:spPr>
            <a:xfrm>
              <a:off x="48243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1"/>
            <p:cNvSpPr/>
            <p:nvPr/>
          </p:nvSpPr>
          <p:spPr>
            <a:xfrm>
              <a:off x="41803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1"/>
            <p:cNvSpPr/>
            <p:nvPr/>
          </p:nvSpPr>
          <p:spPr>
            <a:xfrm>
              <a:off x="46096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1"/>
            <p:cNvSpPr/>
            <p:nvPr/>
          </p:nvSpPr>
          <p:spPr>
            <a:xfrm>
              <a:off x="47175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1"/>
            <p:cNvSpPr/>
            <p:nvPr/>
          </p:nvSpPr>
          <p:spPr>
            <a:xfrm>
              <a:off x="46646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1"/>
            <p:cNvSpPr/>
            <p:nvPr/>
          </p:nvSpPr>
          <p:spPr>
            <a:xfrm>
              <a:off x="45018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1"/>
            <p:cNvSpPr/>
            <p:nvPr/>
          </p:nvSpPr>
          <p:spPr>
            <a:xfrm>
              <a:off x="42383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1"/>
            <p:cNvSpPr/>
            <p:nvPr/>
          </p:nvSpPr>
          <p:spPr>
            <a:xfrm>
              <a:off x="43451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1"/>
            <p:cNvSpPr/>
            <p:nvPr/>
          </p:nvSpPr>
          <p:spPr>
            <a:xfrm>
              <a:off x="41304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1"/>
            <p:cNvSpPr/>
            <p:nvPr/>
          </p:nvSpPr>
          <p:spPr>
            <a:xfrm>
              <a:off x="44530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1"/>
            <p:cNvSpPr/>
            <p:nvPr/>
          </p:nvSpPr>
          <p:spPr>
            <a:xfrm>
              <a:off x="40226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1"/>
            <p:cNvSpPr/>
            <p:nvPr/>
          </p:nvSpPr>
          <p:spPr>
            <a:xfrm>
              <a:off x="3915800" y="4806375"/>
              <a:ext cx="178050" cy="59025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1"/>
            <p:cNvSpPr/>
            <p:nvPr/>
          </p:nvSpPr>
          <p:spPr>
            <a:xfrm>
              <a:off x="45598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1"/>
            <p:cNvSpPr/>
            <p:nvPr/>
          </p:nvSpPr>
          <p:spPr>
            <a:xfrm>
              <a:off x="3700100" y="4806375"/>
              <a:ext cx="179075" cy="59025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1"/>
            <p:cNvSpPr/>
            <p:nvPr/>
          </p:nvSpPr>
          <p:spPr>
            <a:xfrm>
              <a:off x="38079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1"/>
            <p:cNvSpPr/>
            <p:nvPr/>
          </p:nvSpPr>
          <p:spPr>
            <a:xfrm>
              <a:off x="4879300" y="4721925"/>
              <a:ext cx="179075" cy="5905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1"/>
            <p:cNvSpPr/>
            <p:nvPr/>
          </p:nvSpPr>
          <p:spPr>
            <a:xfrm>
              <a:off x="49840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1"/>
            <p:cNvSpPr/>
            <p:nvPr/>
          </p:nvSpPr>
          <p:spPr>
            <a:xfrm>
              <a:off x="49322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1"/>
            <p:cNvSpPr/>
            <p:nvPr/>
          </p:nvSpPr>
          <p:spPr>
            <a:xfrm>
              <a:off x="35932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1"/>
            <p:cNvSpPr/>
            <p:nvPr/>
          </p:nvSpPr>
          <p:spPr>
            <a:xfrm>
              <a:off x="46676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1"/>
            <p:cNvSpPr/>
            <p:nvPr/>
          </p:nvSpPr>
          <p:spPr>
            <a:xfrm>
              <a:off x="47755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1"/>
            <p:cNvSpPr/>
            <p:nvPr/>
          </p:nvSpPr>
          <p:spPr>
            <a:xfrm>
              <a:off x="48274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1"/>
            <p:cNvSpPr/>
            <p:nvPr/>
          </p:nvSpPr>
          <p:spPr>
            <a:xfrm>
              <a:off x="35902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1"/>
            <p:cNvSpPr/>
            <p:nvPr/>
          </p:nvSpPr>
          <p:spPr>
            <a:xfrm>
              <a:off x="43400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1"/>
            <p:cNvSpPr/>
            <p:nvPr/>
          </p:nvSpPr>
          <p:spPr>
            <a:xfrm>
              <a:off x="44468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1"/>
            <p:cNvSpPr/>
            <p:nvPr/>
          </p:nvSpPr>
          <p:spPr>
            <a:xfrm>
              <a:off x="42322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1"/>
            <p:cNvSpPr/>
            <p:nvPr/>
          </p:nvSpPr>
          <p:spPr>
            <a:xfrm>
              <a:off x="45547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1"/>
            <p:cNvSpPr/>
            <p:nvPr/>
          </p:nvSpPr>
          <p:spPr>
            <a:xfrm>
              <a:off x="47694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1"/>
            <p:cNvSpPr/>
            <p:nvPr/>
          </p:nvSpPr>
          <p:spPr>
            <a:xfrm>
              <a:off x="46615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1"/>
            <p:cNvSpPr/>
            <p:nvPr/>
          </p:nvSpPr>
          <p:spPr>
            <a:xfrm>
              <a:off x="41243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1"/>
            <p:cNvSpPr/>
            <p:nvPr/>
          </p:nvSpPr>
          <p:spPr>
            <a:xfrm>
              <a:off x="35383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1"/>
            <p:cNvSpPr/>
            <p:nvPr/>
          </p:nvSpPr>
          <p:spPr>
            <a:xfrm>
              <a:off x="3642100" y="4679200"/>
              <a:ext cx="179100" cy="6005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1"/>
            <p:cNvSpPr/>
            <p:nvPr/>
          </p:nvSpPr>
          <p:spPr>
            <a:xfrm>
              <a:off x="48772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1"/>
            <p:cNvSpPr/>
            <p:nvPr/>
          </p:nvSpPr>
          <p:spPr>
            <a:xfrm>
              <a:off x="34854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1"/>
            <p:cNvSpPr/>
            <p:nvPr/>
          </p:nvSpPr>
          <p:spPr>
            <a:xfrm>
              <a:off x="36950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1"/>
            <p:cNvSpPr/>
            <p:nvPr/>
          </p:nvSpPr>
          <p:spPr>
            <a:xfrm>
              <a:off x="39096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1"/>
            <p:cNvSpPr/>
            <p:nvPr/>
          </p:nvSpPr>
          <p:spPr>
            <a:xfrm>
              <a:off x="3801825" y="4637475"/>
              <a:ext cx="179100" cy="5905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1"/>
            <p:cNvSpPr/>
            <p:nvPr/>
          </p:nvSpPr>
          <p:spPr>
            <a:xfrm>
              <a:off x="40175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1"/>
            <p:cNvSpPr/>
            <p:nvPr/>
          </p:nvSpPr>
          <p:spPr>
            <a:xfrm>
              <a:off x="479180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1"/>
            <p:cNvSpPr/>
            <p:nvPr/>
          </p:nvSpPr>
          <p:spPr>
            <a:xfrm>
              <a:off x="4786700" y="4470625"/>
              <a:ext cx="667450" cy="8955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1"/>
            <p:cNvSpPr/>
            <p:nvPr/>
          </p:nvSpPr>
          <p:spPr>
            <a:xfrm>
              <a:off x="509702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1"/>
            <p:cNvSpPr/>
            <p:nvPr/>
          </p:nvSpPr>
          <p:spPr>
            <a:xfrm>
              <a:off x="5088875" y="4119600"/>
              <a:ext cx="120075" cy="41005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1"/>
            <p:cNvSpPr/>
            <p:nvPr/>
          </p:nvSpPr>
          <p:spPr>
            <a:xfrm>
              <a:off x="5080750" y="4128775"/>
              <a:ext cx="135325" cy="28490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1"/>
            <p:cNvSpPr/>
            <p:nvPr/>
          </p:nvSpPr>
          <p:spPr>
            <a:xfrm>
              <a:off x="507260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1"/>
            <p:cNvSpPr/>
            <p:nvPr/>
          </p:nvSpPr>
          <p:spPr>
            <a:xfrm>
              <a:off x="431970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1"/>
            <p:cNvSpPr/>
            <p:nvPr/>
          </p:nvSpPr>
          <p:spPr>
            <a:xfrm>
              <a:off x="4310550" y="2813225"/>
              <a:ext cx="1724550" cy="135220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1"/>
            <p:cNvSpPr/>
            <p:nvPr/>
          </p:nvSpPr>
          <p:spPr>
            <a:xfrm>
              <a:off x="4410250" y="2892600"/>
              <a:ext cx="1525150" cy="119345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1"/>
            <p:cNvSpPr/>
            <p:nvPr/>
          </p:nvSpPr>
          <p:spPr>
            <a:xfrm>
              <a:off x="440212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1"/>
            <p:cNvSpPr/>
            <p:nvPr/>
          </p:nvSpPr>
          <p:spPr>
            <a:xfrm>
              <a:off x="4506925" y="2953625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1"/>
            <p:cNvSpPr/>
            <p:nvPr/>
          </p:nvSpPr>
          <p:spPr>
            <a:xfrm>
              <a:off x="4506925" y="3313800"/>
              <a:ext cx="534150" cy="334775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1"/>
            <p:cNvSpPr/>
            <p:nvPr/>
          </p:nvSpPr>
          <p:spPr>
            <a:xfrm>
              <a:off x="4506925" y="3681100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1"/>
            <p:cNvSpPr/>
            <p:nvPr/>
          </p:nvSpPr>
          <p:spPr>
            <a:xfrm>
              <a:off x="5110250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1"/>
            <p:cNvSpPr/>
            <p:nvPr/>
          </p:nvSpPr>
          <p:spPr>
            <a:xfrm>
              <a:off x="5110250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1"/>
            <p:cNvSpPr/>
            <p:nvPr/>
          </p:nvSpPr>
          <p:spPr>
            <a:xfrm>
              <a:off x="3941225" y="2531400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1"/>
            <p:cNvSpPr/>
            <p:nvPr/>
          </p:nvSpPr>
          <p:spPr>
            <a:xfrm>
              <a:off x="3936125" y="2523250"/>
              <a:ext cx="668475" cy="89575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1"/>
            <p:cNvSpPr/>
            <p:nvPr/>
          </p:nvSpPr>
          <p:spPr>
            <a:xfrm>
              <a:off x="4246450" y="2181400"/>
              <a:ext cx="103800" cy="39275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1"/>
            <p:cNvSpPr/>
            <p:nvPr/>
          </p:nvSpPr>
          <p:spPr>
            <a:xfrm>
              <a:off x="4238300" y="217225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1"/>
            <p:cNvSpPr/>
            <p:nvPr/>
          </p:nvSpPr>
          <p:spPr>
            <a:xfrm>
              <a:off x="4230175" y="2181400"/>
              <a:ext cx="136350" cy="28490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1"/>
            <p:cNvSpPr/>
            <p:nvPr/>
          </p:nvSpPr>
          <p:spPr>
            <a:xfrm>
              <a:off x="4222025" y="2172250"/>
              <a:ext cx="152650" cy="303225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1"/>
            <p:cNvSpPr/>
            <p:nvPr/>
          </p:nvSpPr>
          <p:spPr>
            <a:xfrm>
              <a:off x="3469125" y="874000"/>
              <a:ext cx="1707275" cy="1335925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1"/>
            <p:cNvSpPr/>
            <p:nvPr/>
          </p:nvSpPr>
          <p:spPr>
            <a:xfrm>
              <a:off x="3461000" y="865875"/>
              <a:ext cx="1723550" cy="1352175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1"/>
            <p:cNvSpPr/>
            <p:nvPr/>
          </p:nvSpPr>
          <p:spPr>
            <a:xfrm>
              <a:off x="3560700" y="945225"/>
              <a:ext cx="1524125" cy="1193475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1"/>
            <p:cNvSpPr/>
            <p:nvPr/>
          </p:nvSpPr>
          <p:spPr>
            <a:xfrm>
              <a:off x="3551550" y="937075"/>
              <a:ext cx="1542450" cy="120975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1"/>
            <p:cNvSpPr/>
            <p:nvPr/>
          </p:nvSpPr>
          <p:spPr>
            <a:xfrm>
              <a:off x="3671600" y="1070375"/>
              <a:ext cx="637950" cy="29305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1"/>
            <p:cNvSpPr/>
            <p:nvPr/>
          </p:nvSpPr>
          <p:spPr>
            <a:xfrm>
              <a:off x="3760125" y="1538400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1"/>
            <p:cNvSpPr/>
            <p:nvPr/>
          </p:nvSpPr>
          <p:spPr>
            <a:xfrm>
              <a:off x="3760125" y="1639125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1"/>
            <p:cNvSpPr/>
            <p:nvPr/>
          </p:nvSpPr>
          <p:spPr>
            <a:xfrm>
              <a:off x="3760125" y="1866000"/>
              <a:ext cx="1047975" cy="11500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1"/>
            <p:cNvSpPr/>
            <p:nvPr/>
          </p:nvSpPr>
          <p:spPr>
            <a:xfrm>
              <a:off x="3760125" y="1764250"/>
              <a:ext cx="1047975" cy="116025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1"/>
            <p:cNvSpPr/>
            <p:nvPr/>
          </p:nvSpPr>
          <p:spPr>
            <a:xfrm>
              <a:off x="4825375" y="1479375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1"/>
            <p:cNvSpPr/>
            <p:nvPr/>
          </p:nvSpPr>
          <p:spPr>
            <a:xfrm>
              <a:off x="4825375" y="1599425"/>
              <a:ext cx="96675" cy="9670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1"/>
            <p:cNvSpPr/>
            <p:nvPr/>
          </p:nvSpPr>
          <p:spPr>
            <a:xfrm>
              <a:off x="4825375" y="1804950"/>
              <a:ext cx="96675" cy="96675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1"/>
            <p:cNvSpPr/>
            <p:nvPr/>
          </p:nvSpPr>
          <p:spPr>
            <a:xfrm>
              <a:off x="4825375" y="1924000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1"/>
            <p:cNvSpPr/>
            <p:nvPr/>
          </p:nvSpPr>
          <p:spPr>
            <a:xfrm>
              <a:off x="3644125" y="1479375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1"/>
            <p:cNvSpPr/>
            <p:nvPr/>
          </p:nvSpPr>
          <p:spPr>
            <a:xfrm>
              <a:off x="3644125" y="1599425"/>
              <a:ext cx="96700" cy="9670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1"/>
            <p:cNvSpPr/>
            <p:nvPr/>
          </p:nvSpPr>
          <p:spPr>
            <a:xfrm>
              <a:off x="3644125" y="1804950"/>
              <a:ext cx="96700" cy="96675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1"/>
            <p:cNvSpPr/>
            <p:nvPr/>
          </p:nvSpPr>
          <p:spPr>
            <a:xfrm>
              <a:off x="3644125" y="1924000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1"/>
            <p:cNvSpPr/>
            <p:nvPr/>
          </p:nvSpPr>
          <p:spPr>
            <a:xfrm>
              <a:off x="4389900" y="105307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1"/>
            <p:cNvSpPr/>
            <p:nvPr/>
          </p:nvSpPr>
          <p:spPr>
            <a:xfrm>
              <a:off x="279255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1"/>
            <p:cNvSpPr/>
            <p:nvPr/>
          </p:nvSpPr>
          <p:spPr>
            <a:xfrm>
              <a:off x="2787450" y="4470625"/>
              <a:ext cx="667475" cy="8955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1"/>
            <p:cNvSpPr/>
            <p:nvPr/>
          </p:nvSpPr>
          <p:spPr>
            <a:xfrm>
              <a:off x="309777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1"/>
            <p:cNvSpPr/>
            <p:nvPr/>
          </p:nvSpPr>
          <p:spPr>
            <a:xfrm>
              <a:off x="3089625" y="411960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1"/>
            <p:cNvSpPr/>
            <p:nvPr/>
          </p:nvSpPr>
          <p:spPr>
            <a:xfrm>
              <a:off x="3081500" y="4128775"/>
              <a:ext cx="135350" cy="28490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1"/>
            <p:cNvSpPr/>
            <p:nvPr/>
          </p:nvSpPr>
          <p:spPr>
            <a:xfrm>
              <a:off x="307335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1"/>
            <p:cNvSpPr/>
            <p:nvPr/>
          </p:nvSpPr>
          <p:spPr>
            <a:xfrm>
              <a:off x="232045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1"/>
            <p:cNvSpPr/>
            <p:nvPr/>
          </p:nvSpPr>
          <p:spPr>
            <a:xfrm>
              <a:off x="2311300" y="2813225"/>
              <a:ext cx="1724575" cy="135220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1"/>
            <p:cNvSpPr/>
            <p:nvPr/>
          </p:nvSpPr>
          <p:spPr>
            <a:xfrm>
              <a:off x="2411025" y="2892600"/>
              <a:ext cx="1525125" cy="119345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1"/>
            <p:cNvSpPr/>
            <p:nvPr/>
          </p:nvSpPr>
          <p:spPr>
            <a:xfrm>
              <a:off x="240287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1"/>
            <p:cNvSpPr/>
            <p:nvPr/>
          </p:nvSpPr>
          <p:spPr>
            <a:xfrm>
              <a:off x="270097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1"/>
            <p:cNvSpPr/>
            <p:nvPr/>
          </p:nvSpPr>
          <p:spPr>
            <a:xfrm>
              <a:off x="2700975" y="3313800"/>
              <a:ext cx="534175" cy="334775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1"/>
            <p:cNvSpPr/>
            <p:nvPr/>
          </p:nvSpPr>
          <p:spPr>
            <a:xfrm>
              <a:off x="2700975" y="368110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1"/>
            <p:cNvSpPr/>
            <p:nvPr/>
          </p:nvSpPr>
          <p:spPr>
            <a:xfrm>
              <a:off x="2692850" y="3672950"/>
              <a:ext cx="551450" cy="352075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1"/>
            <p:cNvSpPr/>
            <p:nvPr/>
          </p:nvSpPr>
          <p:spPr>
            <a:xfrm>
              <a:off x="330432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1"/>
            <p:cNvSpPr/>
            <p:nvPr/>
          </p:nvSpPr>
          <p:spPr>
            <a:xfrm>
              <a:off x="3304325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1"/>
            <p:cNvSpPr/>
            <p:nvPr/>
          </p:nvSpPr>
          <p:spPr>
            <a:xfrm>
              <a:off x="3173075" y="2324875"/>
              <a:ext cx="135325" cy="249275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1"/>
            <p:cNvSpPr/>
            <p:nvPr/>
          </p:nvSpPr>
          <p:spPr>
            <a:xfrm>
              <a:off x="2390675" y="1910275"/>
              <a:ext cx="866850" cy="1118675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1"/>
            <p:cNvSpPr/>
            <p:nvPr/>
          </p:nvSpPr>
          <p:spPr>
            <a:xfrm>
              <a:off x="2431350" y="1943325"/>
              <a:ext cx="633900" cy="998125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1"/>
            <p:cNvSpPr/>
            <p:nvPr/>
          </p:nvSpPr>
          <p:spPr>
            <a:xfrm>
              <a:off x="2939050" y="2055250"/>
              <a:ext cx="304250" cy="17705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1"/>
            <p:cNvSpPr/>
            <p:nvPr/>
          </p:nvSpPr>
          <p:spPr>
            <a:xfrm>
              <a:off x="2382525" y="1901600"/>
              <a:ext cx="878075" cy="113615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1"/>
            <p:cNvSpPr/>
            <p:nvPr/>
          </p:nvSpPr>
          <p:spPr>
            <a:xfrm>
              <a:off x="2417125" y="1742250"/>
              <a:ext cx="1039825" cy="903125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1"/>
            <p:cNvSpPr/>
            <p:nvPr/>
          </p:nvSpPr>
          <p:spPr>
            <a:xfrm>
              <a:off x="2435425" y="1733725"/>
              <a:ext cx="997100" cy="91980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1"/>
            <p:cNvSpPr/>
            <p:nvPr/>
          </p:nvSpPr>
          <p:spPr>
            <a:xfrm>
              <a:off x="2586000" y="2406000"/>
              <a:ext cx="59050" cy="525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1"/>
            <p:cNvSpPr/>
            <p:nvPr/>
          </p:nvSpPr>
          <p:spPr>
            <a:xfrm>
              <a:off x="2671475" y="1981950"/>
              <a:ext cx="727475" cy="348225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1"/>
            <p:cNvSpPr/>
            <p:nvPr/>
          </p:nvSpPr>
          <p:spPr>
            <a:xfrm>
              <a:off x="2657225" y="2145625"/>
              <a:ext cx="358175" cy="40030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1"/>
            <p:cNvSpPr/>
            <p:nvPr/>
          </p:nvSpPr>
          <p:spPr>
            <a:xfrm>
              <a:off x="2814925" y="2364375"/>
              <a:ext cx="487375" cy="66325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1"/>
            <p:cNvSpPr/>
            <p:nvPr/>
          </p:nvSpPr>
          <p:spPr>
            <a:xfrm>
              <a:off x="2735575" y="2281825"/>
              <a:ext cx="160775" cy="314125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1"/>
            <p:cNvSpPr/>
            <p:nvPr/>
          </p:nvSpPr>
          <p:spPr>
            <a:xfrm>
              <a:off x="2734550" y="2272975"/>
              <a:ext cx="163825" cy="3317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1"/>
            <p:cNvSpPr/>
            <p:nvPr/>
          </p:nvSpPr>
          <p:spPr>
            <a:xfrm>
              <a:off x="1585875" y="4992575"/>
              <a:ext cx="2500875" cy="46600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1"/>
            <p:cNvSpPr/>
            <p:nvPr/>
          </p:nvSpPr>
          <p:spPr>
            <a:xfrm>
              <a:off x="1577750" y="4984425"/>
              <a:ext cx="2518150" cy="48330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1"/>
            <p:cNvSpPr/>
            <p:nvPr/>
          </p:nvSpPr>
          <p:spPr>
            <a:xfrm>
              <a:off x="1598100" y="2881400"/>
              <a:ext cx="1406100" cy="234160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1"/>
            <p:cNvSpPr/>
            <p:nvPr/>
          </p:nvSpPr>
          <p:spPr>
            <a:xfrm>
              <a:off x="1631675" y="2921075"/>
              <a:ext cx="1264675" cy="2293325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1"/>
            <p:cNvSpPr/>
            <p:nvPr/>
          </p:nvSpPr>
          <p:spPr>
            <a:xfrm>
              <a:off x="2061025" y="3553925"/>
              <a:ext cx="189250" cy="494225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1"/>
            <p:cNvSpPr/>
            <p:nvPr/>
          </p:nvSpPr>
          <p:spPr>
            <a:xfrm>
              <a:off x="2482225" y="4041475"/>
              <a:ext cx="199450" cy="2026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1"/>
            <p:cNvSpPr/>
            <p:nvPr/>
          </p:nvSpPr>
          <p:spPr>
            <a:xfrm>
              <a:off x="2361150" y="4252250"/>
              <a:ext cx="335775" cy="50525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1"/>
            <p:cNvSpPr/>
            <p:nvPr/>
          </p:nvSpPr>
          <p:spPr>
            <a:xfrm>
              <a:off x="2311300" y="4874800"/>
              <a:ext cx="481275" cy="353625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1"/>
            <p:cNvSpPr/>
            <p:nvPr/>
          </p:nvSpPr>
          <p:spPr>
            <a:xfrm>
              <a:off x="1614375" y="2872825"/>
              <a:ext cx="1385750" cy="235885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1"/>
            <p:cNvSpPr/>
            <p:nvPr/>
          </p:nvSpPr>
          <p:spPr>
            <a:xfrm>
              <a:off x="2237025" y="2767550"/>
              <a:ext cx="724450" cy="47100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1"/>
            <p:cNvSpPr/>
            <p:nvPr/>
          </p:nvSpPr>
          <p:spPr>
            <a:xfrm>
              <a:off x="2237025" y="2767450"/>
              <a:ext cx="532150" cy="315425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1"/>
            <p:cNvSpPr/>
            <p:nvPr/>
          </p:nvSpPr>
          <p:spPr>
            <a:xfrm>
              <a:off x="2227875" y="2759300"/>
              <a:ext cx="742750" cy="48805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1"/>
            <p:cNvSpPr/>
            <p:nvPr/>
          </p:nvSpPr>
          <p:spPr>
            <a:xfrm>
              <a:off x="3860850" y="4333950"/>
              <a:ext cx="672550" cy="470425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1"/>
            <p:cNvSpPr/>
            <p:nvPr/>
          </p:nvSpPr>
          <p:spPr>
            <a:xfrm>
              <a:off x="3852700" y="4326150"/>
              <a:ext cx="674575" cy="48635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1"/>
            <p:cNvSpPr/>
            <p:nvPr/>
          </p:nvSpPr>
          <p:spPr>
            <a:xfrm>
              <a:off x="4208800" y="4389225"/>
              <a:ext cx="212675" cy="101775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1"/>
            <p:cNvSpPr/>
            <p:nvPr/>
          </p:nvSpPr>
          <p:spPr>
            <a:xfrm>
              <a:off x="4107075" y="4395325"/>
              <a:ext cx="78350" cy="5600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1"/>
            <p:cNvSpPr/>
            <p:nvPr/>
          </p:nvSpPr>
          <p:spPr>
            <a:xfrm>
              <a:off x="3132375" y="4321475"/>
              <a:ext cx="590625" cy="35775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1"/>
            <p:cNvSpPr/>
            <p:nvPr/>
          </p:nvSpPr>
          <p:spPr>
            <a:xfrm>
              <a:off x="3136450" y="4312925"/>
              <a:ext cx="579950" cy="374425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1"/>
            <p:cNvSpPr/>
            <p:nvPr/>
          </p:nvSpPr>
          <p:spPr>
            <a:xfrm>
              <a:off x="3444725" y="4365825"/>
              <a:ext cx="110925" cy="69225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1"/>
            <p:cNvSpPr/>
            <p:nvPr/>
          </p:nvSpPr>
          <p:spPr>
            <a:xfrm>
              <a:off x="3362300" y="4339625"/>
              <a:ext cx="85500" cy="626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1"/>
            <p:cNvSpPr/>
            <p:nvPr/>
          </p:nvSpPr>
          <p:spPr>
            <a:xfrm>
              <a:off x="2535150" y="3264975"/>
              <a:ext cx="1519025" cy="205440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1"/>
            <p:cNvSpPr/>
            <p:nvPr/>
          </p:nvSpPr>
          <p:spPr>
            <a:xfrm>
              <a:off x="2553450" y="3316850"/>
              <a:ext cx="1490550" cy="2002325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1"/>
            <p:cNvSpPr/>
            <p:nvPr/>
          </p:nvSpPr>
          <p:spPr>
            <a:xfrm>
              <a:off x="2545325" y="3256325"/>
              <a:ext cx="1502750" cy="2072025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1"/>
            <p:cNvSpPr/>
            <p:nvPr/>
          </p:nvSpPr>
          <p:spPr>
            <a:xfrm>
              <a:off x="3802850" y="4638300"/>
              <a:ext cx="175025" cy="233225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1"/>
            <p:cNvSpPr/>
            <p:nvPr/>
          </p:nvSpPr>
          <p:spPr>
            <a:xfrm>
              <a:off x="975425" y="2808800"/>
              <a:ext cx="1312500" cy="2649775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"/>
            <p:cNvSpPr/>
            <p:nvPr/>
          </p:nvSpPr>
          <p:spPr>
            <a:xfrm>
              <a:off x="966275" y="2801025"/>
              <a:ext cx="1330800" cy="26667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1"/>
            <p:cNvSpPr/>
            <p:nvPr/>
          </p:nvSpPr>
          <p:spPr>
            <a:xfrm>
              <a:off x="474850" y="2774800"/>
              <a:ext cx="1737800" cy="2683775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1"/>
            <p:cNvSpPr/>
            <p:nvPr/>
          </p:nvSpPr>
          <p:spPr>
            <a:xfrm>
              <a:off x="469775" y="2766425"/>
              <a:ext cx="1751000" cy="270130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1"/>
            <p:cNvSpPr/>
            <p:nvPr/>
          </p:nvSpPr>
          <p:spPr>
            <a:xfrm>
              <a:off x="1026300" y="5458550"/>
              <a:ext cx="6114750" cy="25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1"/>
            <p:cNvSpPr/>
            <p:nvPr/>
          </p:nvSpPr>
          <p:spPr>
            <a:xfrm>
              <a:off x="1017150" y="5450400"/>
              <a:ext cx="6132050" cy="17325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0" name="Google Shape;1880;p1"/>
          <p:cNvSpPr txBox="1"/>
          <p:nvPr>
            <p:ph type="ctrTitle"/>
          </p:nvPr>
        </p:nvSpPr>
        <p:spPr>
          <a:xfrm>
            <a:off x="5200924" y="2110663"/>
            <a:ext cx="38445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5000"/>
              <a:t>Career Assistant Program</a:t>
            </a:r>
            <a:endParaRPr sz="5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5000"/>
              <a:t>(Sprint 3)</a:t>
            </a:r>
            <a:endParaRPr sz="5000"/>
          </a:p>
        </p:txBody>
      </p:sp>
      <p:sp>
        <p:nvSpPr>
          <p:cNvPr id="1881" name="Google Shape;1881;p1"/>
          <p:cNvSpPr txBox="1"/>
          <p:nvPr>
            <p:ph idx="1" type="subTitle"/>
          </p:nvPr>
        </p:nvSpPr>
        <p:spPr>
          <a:xfrm>
            <a:off x="5299499" y="3947325"/>
            <a:ext cx="38445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300">
                <a:latin typeface="Barlow Semi Condensed"/>
                <a:ea typeface="Barlow Semi Condensed"/>
                <a:cs typeface="Barlow Semi Condensed"/>
                <a:sym typeface="Barlow Semi Condensed"/>
              </a:rPr>
              <a:t>By: Calvin Mitchell, Danielle Devose, Nathaniel Washington, and Jeremy Metellus </a:t>
            </a:r>
            <a:endParaRPr b="1" sz="2300">
              <a:solidFill>
                <a:schemeClr val="accent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6" name="Google Shape;1886;p3"/>
          <p:cNvGrpSpPr/>
          <p:nvPr/>
        </p:nvGrpSpPr>
        <p:grpSpPr>
          <a:xfrm>
            <a:off x="4610854" y="1510458"/>
            <a:ext cx="4430405" cy="3106404"/>
            <a:chOff x="862950" y="825025"/>
            <a:chExt cx="5862650" cy="4111175"/>
          </a:xfrm>
        </p:grpSpPr>
        <p:sp>
          <p:nvSpPr>
            <p:cNvPr id="1887" name="Google Shape;1887;p3"/>
            <p:cNvSpPr/>
            <p:nvPr/>
          </p:nvSpPr>
          <p:spPr>
            <a:xfrm>
              <a:off x="918425" y="825150"/>
              <a:ext cx="5767425" cy="4096250"/>
            </a:xfrm>
            <a:custGeom>
              <a:rect b="b" l="l" r="r" t="t"/>
              <a:pathLst>
                <a:path extrusionOk="0" h="163850" w="230697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3"/>
            <p:cNvSpPr/>
            <p:nvPr/>
          </p:nvSpPr>
          <p:spPr>
            <a:xfrm>
              <a:off x="934125" y="825025"/>
              <a:ext cx="5751725" cy="4096375"/>
            </a:xfrm>
            <a:custGeom>
              <a:rect b="b" l="l" r="r" t="t"/>
              <a:pathLst>
                <a:path extrusionOk="0" h="163855" w="230069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3"/>
            <p:cNvSpPr/>
            <p:nvPr/>
          </p:nvSpPr>
          <p:spPr>
            <a:xfrm>
              <a:off x="3502650" y="1514850"/>
              <a:ext cx="2496475" cy="3178275"/>
            </a:xfrm>
            <a:custGeom>
              <a:rect b="b" l="l" r="r" t="t"/>
              <a:pathLst>
                <a:path extrusionOk="0" h="127131" w="99859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3"/>
            <p:cNvSpPr/>
            <p:nvPr/>
          </p:nvSpPr>
          <p:spPr>
            <a:xfrm>
              <a:off x="3547025" y="1507125"/>
              <a:ext cx="2405875" cy="3193375"/>
            </a:xfrm>
            <a:custGeom>
              <a:rect b="b" l="l" r="r" t="t"/>
              <a:pathLst>
                <a:path extrusionOk="0" h="127735" w="96235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3"/>
            <p:cNvSpPr/>
            <p:nvPr/>
          </p:nvSpPr>
          <p:spPr>
            <a:xfrm>
              <a:off x="4746725" y="1839875"/>
              <a:ext cx="464000" cy="184875"/>
            </a:xfrm>
            <a:custGeom>
              <a:rect b="b" l="l" r="r" t="t"/>
              <a:pathLst>
                <a:path extrusionOk="0" h="7395" w="1856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3"/>
            <p:cNvSpPr/>
            <p:nvPr/>
          </p:nvSpPr>
          <p:spPr>
            <a:xfrm>
              <a:off x="5240275" y="1582925"/>
              <a:ext cx="685825" cy="691375"/>
            </a:xfrm>
            <a:custGeom>
              <a:rect b="b" l="l" r="r" t="t"/>
              <a:pathLst>
                <a:path extrusionOk="0" h="27655" w="27433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3"/>
            <p:cNvSpPr/>
            <p:nvPr/>
          </p:nvSpPr>
          <p:spPr>
            <a:xfrm>
              <a:off x="5406650" y="1584775"/>
              <a:ext cx="438125" cy="367875"/>
            </a:xfrm>
            <a:custGeom>
              <a:rect b="b" l="l" r="r" t="t"/>
              <a:pathLst>
                <a:path extrusionOk="0" h="14715" w="17525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3"/>
            <p:cNvSpPr/>
            <p:nvPr/>
          </p:nvSpPr>
          <p:spPr>
            <a:xfrm>
              <a:off x="4434325" y="2717300"/>
              <a:ext cx="1258875" cy="2210575"/>
            </a:xfrm>
            <a:custGeom>
              <a:rect b="b" l="l" r="r" t="t"/>
              <a:pathLst>
                <a:path extrusionOk="0" h="88423" w="50355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3"/>
            <p:cNvSpPr/>
            <p:nvPr/>
          </p:nvSpPr>
          <p:spPr>
            <a:xfrm>
              <a:off x="4426000" y="2709600"/>
              <a:ext cx="1275500" cy="2226600"/>
            </a:xfrm>
            <a:custGeom>
              <a:rect b="b" l="l" r="r" t="t"/>
              <a:pathLst>
                <a:path extrusionOk="0" h="89064" w="5102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3"/>
            <p:cNvSpPr/>
            <p:nvPr/>
          </p:nvSpPr>
          <p:spPr>
            <a:xfrm>
              <a:off x="5009200" y="2762300"/>
              <a:ext cx="495450" cy="732950"/>
            </a:xfrm>
            <a:custGeom>
              <a:rect b="b" l="l" r="r" t="t"/>
              <a:pathLst>
                <a:path extrusionOk="0" h="29318" w="19818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3"/>
            <p:cNvSpPr/>
            <p:nvPr/>
          </p:nvSpPr>
          <p:spPr>
            <a:xfrm>
              <a:off x="5024925" y="2762300"/>
              <a:ext cx="478800" cy="363925"/>
            </a:xfrm>
            <a:custGeom>
              <a:rect b="b" l="l" r="r" t="t"/>
              <a:pathLst>
                <a:path extrusionOk="0" h="14557" w="19152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3"/>
            <p:cNvSpPr/>
            <p:nvPr/>
          </p:nvSpPr>
          <p:spPr>
            <a:xfrm>
              <a:off x="5031400" y="2805725"/>
              <a:ext cx="452900" cy="320750"/>
            </a:xfrm>
            <a:custGeom>
              <a:rect b="b" l="l" r="r" t="t"/>
              <a:pathLst>
                <a:path extrusionOk="0" h="12830" w="18116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3"/>
            <p:cNvSpPr/>
            <p:nvPr/>
          </p:nvSpPr>
          <p:spPr>
            <a:xfrm>
              <a:off x="5001825" y="2754200"/>
              <a:ext cx="510200" cy="748450"/>
            </a:xfrm>
            <a:custGeom>
              <a:rect b="b" l="l" r="r" t="t"/>
              <a:pathLst>
                <a:path extrusionOk="0" h="29938" w="20408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3"/>
            <p:cNvSpPr/>
            <p:nvPr/>
          </p:nvSpPr>
          <p:spPr>
            <a:xfrm>
              <a:off x="5354875" y="2859575"/>
              <a:ext cx="133125" cy="419400"/>
            </a:xfrm>
            <a:custGeom>
              <a:rect b="b" l="l" r="r" t="t"/>
              <a:pathLst>
                <a:path extrusionOk="0" h="16776" w="5325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3"/>
            <p:cNvSpPr/>
            <p:nvPr/>
          </p:nvSpPr>
          <p:spPr>
            <a:xfrm>
              <a:off x="3913950" y="2701900"/>
              <a:ext cx="2461350" cy="2225975"/>
            </a:xfrm>
            <a:custGeom>
              <a:rect b="b" l="l" r="r" t="t"/>
              <a:pathLst>
                <a:path extrusionOk="0" h="89039" w="98454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3"/>
            <p:cNvSpPr/>
            <p:nvPr/>
          </p:nvSpPr>
          <p:spPr>
            <a:xfrm>
              <a:off x="5139525" y="3731850"/>
              <a:ext cx="1235775" cy="1196025"/>
            </a:xfrm>
            <a:custGeom>
              <a:rect b="b" l="l" r="r" t="t"/>
              <a:pathLst>
                <a:path extrusionOk="0" h="47841" w="49431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3"/>
            <p:cNvSpPr/>
            <p:nvPr/>
          </p:nvSpPr>
          <p:spPr>
            <a:xfrm>
              <a:off x="3913950" y="3766050"/>
              <a:ext cx="429825" cy="1161825"/>
            </a:xfrm>
            <a:custGeom>
              <a:rect b="b" l="l" r="r" t="t"/>
              <a:pathLst>
                <a:path extrusionOk="0" h="46473" w="17193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3"/>
            <p:cNvSpPr/>
            <p:nvPr/>
          </p:nvSpPr>
          <p:spPr>
            <a:xfrm>
              <a:off x="5142300" y="4519325"/>
              <a:ext cx="933525" cy="401150"/>
            </a:xfrm>
            <a:custGeom>
              <a:rect b="b" l="l" r="r" t="t"/>
              <a:pathLst>
                <a:path extrusionOk="0" h="16046" w="37341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3"/>
            <p:cNvSpPr/>
            <p:nvPr/>
          </p:nvSpPr>
          <p:spPr>
            <a:xfrm>
              <a:off x="3925975" y="4024850"/>
              <a:ext cx="355850" cy="895625"/>
            </a:xfrm>
            <a:custGeom>
              <a:rect b="b" l="l" r="r" t="t"/>
              <a:pathLst>
                <a:path extrusionOk="0" h="35825" w="14234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3"/>
            <p:cNvSpPr/>
            <p:nvPr/>
          </p:nvSpPr>
          <p:spPr>
            <a:xfrm>
              <a:off x="3906550" y="2694575"/>
              <a:ext cx="2476150" cy="2241625"/>
            </a:xfrm>
            <a:custGeom>
              <a:rect b="b" l="l" r="r" t="t"/>
              <a:pathLst>
                <a:path extrusionOk="0" h="89665" w="99046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3"/>
            <p:cNvSpPr/>
            <p:nvPr/>
          </p:nvSpPr>
          <p:spPr>
            <a:xfrm>
              <a:off x="4643200" y="2691125"/>
              <a:ext cx="389150" cy="1764450"/>
            </a:xfrm>
            <a:custGeom>
              <a:rect b="b" l="l" r="r" t="t"/>
              <a:pathLst>
                <a:path extrusionOk="0" h="70578" w="15566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3"/>
            <p:cNvSpPr/>
            <p:nvPr/>
          </p:nvSpPr>
          <p:spPr>
            <a:xfrm>
              <a:off x="5353025" y="2758425"/>
              <a:ext cx="360500" cy="1559225"/>
            </a:xfrm>
            <a:custGeom>
              <a:rect b="b" l="l" r="r" t="t"/>
              <a:pathLst>
                <a:path extrusionOk="0" h="62369" w="1442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3"/>
            <p:cNvSpPr/>
            <p:nvPr/>
          </p:nvSpPr>
          <p:spPr>
            <a:xfrm>
              <a:off x="4686650" y="3654175"/>
              <a:ext cx="1109125" cy="736700"/>
            </a:xfrm>
            <a:custGeom>
              <a:rect b="b" l="l" r="r" t="t"/>
              <a:pathLst>
                <a:path extrusionOk="0" h="29468" w="44365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3"/>
            <p:cNvSpPr/>
            <p:nvPr/>
          </p:nvSpPr>
          <p:spPr>
            <a:xfrm>
              <a:off x="5364125" y="3758650"/>
              <a:ext cx="397450" cy="161775"/>
            </a:xfrm>
            <a:custGeom>
              <a:rect b="b" l="l" r="r" t="t"/>
              <a:pathLst>
                <a:path extrusionOk="0" h="6471" w="15898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3"/>
            <p:cNvSpPr/>
            <p:nvPr/>
          </p:nvSpPr>
          <p:spPr>
            <a:xfrm>
              <a:off x="4686650" y="3815025"/>
              <a:ext cx="824450" cy="575850"/>
            </a:xfrm>
            <a:custGeom>
              <a:rect b="b" l="l" r="r" t="t"/>
              <a:pathLst>
                <a:path extrusionOk="0" h="23034" w="32978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3"/>
            <p:cNvSpPr/>
            <p:nvPr/>
          </p:nvSpPr>
          <p:spPr>
            <a:xfrm>
              <a:off x="5364125" y="3758650"/>
              <a:ext cx="329075" cy="154375"/>
            </a:xfrm>
            <a:custGeom>
              <a:rect b="b" l="l" r="r" t="t"/>
              <a:pathLst>
                <a:path extrusionOk="0" h="6175" w="13163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3"/>
            <p:cNvSpPr/>
            <p:nvPr/>
          </p:nvSpPr>
          <p:spPr>
            <a:xfrm>
              <a:off x="4747650" y="3832600"/>
              <a:ext cx="740350" cy="496350"/>
            </a:xfrm>
            <a:custGeom>
              <a:rect b="b" l="l" r="r" t="t"/>
              <a:pathLst>
                <a:path extrusionOk="0" h="19854" w="29614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3"/>
            <p:cNvSpPr/>
            <p:nvPr/>
          </p:nvSpPr>
          <p:spPr>
            <a:xfrm>
              <a:off x="5105325" y="4022100"/>
              <a:ext cx="42550" cy="68175"/>
            </a:xfrm>
            <a:custGeom>
              <a:rect b="b" l="l" r="r" t="t"/>
              <a:pathLst>
                <a:path extrusionOk="0" h="2727" w="1702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3"/>
            <p:cNvSpPr/>
            <p:nvPr/>
          </p:nvSpPr>
          <p:spPr>
            <a:xfrm>
              <a:off x="5196825" y="3955100"/>
              <a:ext cx="80450" cy="159375"/>
            </a:xfrm>
            <a:custGeom>
              <a:rect b="b" l="l" r="r" t="t"/>
              <a:pathLst>
                <a:path extrusionOk="0" h="6375" w="3218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3"/>
            <p:cNvSpPr/>
            <p:nvPr/>
          </p:nvSpPr>
          <p:spPr>
            <a:xfrm>
              <a:off x="5292025" y="3860550"/>
              <a:ext cx="109100" cy="194575"/>
            </a:xfrm>
            <a:custGeom>
              <a:rect b="b" l="l" r="r" t="t"/>
              <a:pathLst>
                <a:path extrusionOk="0" h="7783" w="4364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3"/>
            <p:cNvSpPr/>
            <p:nvPr/>
          </p:nvSpPr>
          <p:spPr>
            <a:xfrm>
              <a:off x="4678325" y="3645900"/>
              <a:ext cx="1122075" cy="752975"/>
            </a:xfrm>
            <a:custGeom>
              <a:rect b="b" l="l" r="r" t="t"/>
              <a:pathLst>
                <a:path extrusionOk="0" h="30119" w="44883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3"/>
            <p:cNvSpPr/>
            <p:nvPr/>
          </p:nvSpPr>
          <p:spPr>
            <a:xfrm>
              <a:off x="3709700" y="2698525"/>
              <a:ext cx="1055525" cy="2070975"/>
            </a:xfrm>
            <a:custGeom>
              <a:rect b="b" l="l" r="r" t="t"/>
              <a:pathLst>
                <a:path extrusionOk="0" h="82839" w="42221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3"/>
            <p:cNvSpPr/>
            <p:nvPr/>
          </p:nvSpPr>
          <p:spPr>
            <a:xfrm>
              <a:off x="3709700" y="3396325"/>
              <a:ext cx="1024100" cy="1373175"/>
            </a:xfrm>
            <a:custGeom>
              <a:rect b="b" l="l" r="r" t="t"/>
              <a:pathLst>
                <a:path extrusionOk="0" h="54927" w="40964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3"/>
            <p:cNvSpPr/>
            <p:nvPr/>
          </p:nvSpPr>
          <p:spPr>
            <a:xfrm>
              <a:off x="3718000" y="3645900"/>
              <a:ext cx="1007475" cy="1115600"/>
            </a:xfrm>
            <a:custGeom>
              <a:rect b="b" l="l" r="r" t="t"/>
              <a:pathLst>
                <a:path extrusionOk="0" h="44624" w="40299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3"/>
            <p:cNvSpPr/>
            <p:nvPr/>
          </p:nvSpPr>
          <p:spPr>
            <a:xfrm>
              <a:off x="3702300" y="2691125"/>
              <a:ext cx="1071250" cy="2086100"/>
            </a:xfrm>
            <a:custGeom>
              <a:rect b="b" l="l" r="r" t="t"/>
              <a:pathLst>
                <a:path extrusionOk="0" h="83444" w="4285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3"/>
            <p:cNvSpPr/>
            <p:nvPr/>
          </p:nvSpPr>
          <p:spPr>
            <a:xfrm>
              <a:off x="4389950" y="3681000"/>
              <a:ext cx="277300" cy="403025"/>
            </a:xfrm>
            <a:custGeom>
              <a:rect b="b" l="l" r="r" t="t"/>
              <a:pathLst>
                <a:path extrusionOk="0" h="16121" w="11092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3"/>
            <p:cNvSpPr/>
            <p:nvPr/>
          </p:nvSpPr>
          <p:spPr>
            <a:xfrm>
              <a:off x="4381625" y="3673250"/>
              <a:ext cx="293950" cy="419075"/>
            </a:xfrm>
            <a:custGeom>
              <a:rect b="b" l="l" r="r" t="t"/>
              <a:pathLst>
                <a:path extrusionOk="0" h="16763" w="11758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3"/>
            <p:cNvSpPr/>
            <p:nvPr/>
          </p:nvSpPr>
          <p:spPr>
            <a:xfrm>
              <a:off x="4512875" y="3582125"/>
              <a:ext cx="70275" cy="158075"/>
            </a:xfrm>
            <a:custGeom>
              <a:rect b="b" l="l" r="r" t="t"/>
              <a:pathLst>
                <a:path extrusionOk="0" h="6323" w="2811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3"/>
            <p:cNvSpPr/>
            <p:nvPr/>
          </p:nvSpPr>
          <p:spPr>
            <a:xfrm>
              <a:off x="4505475" y="3574725"/>
              <a:ext cx="85075" cy="172850"/>
            </a:xfrm>
            <a:custGeom>
              <a:rect b="b" l="l" r="r" t="t"/>
              <a:pathLst>
                <a:path extrusionOk="0" h="6914" w="3403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3"/>
            <p:cNvSpPr/>
            <p:nvPr/>
          </p:nvSpPr>
          <p:spPr>
            <a:xfrm>
              <a:off x="5426975" y="3461900"/>
              <a:ext cx="1298625" cy="1073150"/>
            </a:xfrm>
            <a:custGeom>
              <a:rect b="b" l="l" r="r" t="t"/>
              <a:pathLst>
                <a:path extrusionOk="0" h="42926" w="51945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3"/>
            <p:cNvSpPr/>
            <p:nvPr/>
          </p:nvSpPr>
          <p:spPr>
            <a:xfrm>
              <a:off x="5426975" y="3453650"/>
              <a:ext cx="1297700" cy="1088800"/>
            </a:xfrm>
            <a:custGeom>
              <a:rect b="b" l="l" r="r" t="t"/>
              <a:pathLst>
                <a:path extrusionOk="0" h="43552" w="51908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3"/>
            <p:cNvSpPr/>
            <p:nvPr/>
          </p:nvSpPr>
          <p:spPr>
            <a:xfrm>
              <a:off x="5548050" y="4175700"/>
              <a:ext cx="53625" cy="94825"/>
            </a:xfrm>
            <a:custGeom>
              <a:rect b="b" l="l" r="r" t="t"/>
              <a:pathLst>
                <a:path extrusionOk="0" h="3793" w="2145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3"/>
            <p:cNvSpPr/>
            <p:nvPr/>
          </p:nvSpPr>
          <p:spPr>
            <a:xfrm>
              <a:off x="5610900" y="3469350"/>
              <a:ext cx="451075" cy="661600"/>
            </a:xfrm>
            <a:custGeom>
              <a:rect b="b" l="l" r="r" t="t"/>
              <a:pathLst>
                <a:path extrusionOk="0" h="26464" w="18043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3"/>
            <p:cNvSpPr/>
            <p:nvPr/>
          </p:nvSpPr>
          <p:spPr>
            <a:xfrm>
              <a:off x="6081350" y="3473050"/>
              <a:ext cx="74900" cy="17575"/>
            </a:xfrm>
            <a:custGeom>
              <a:rect b="b" l="l" r="r" t="t"/>
              <a:pathLst>
                <a:path extrusionOk="0" h="703" w="2996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3"/>
            <p:cNvSpPr/>
            <p:nvPr/>
          </p:nvSpPr>
          <p:spPr>
            <a:xfrm>
              <a:off x="6350325" y="4060025"/>
              <a:ext cx="263225" cy="113650"/>
            </a:xfrm>
            <a:custGeom>
              <a:rect b="b" l="l" r="r" t="t"/>
              <a:pathLst>
                <a:path extrusionOk="0" h="4546" w="10529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3"/>
            <p:cNvSpPr/>
            <p:nvPr/>
          </p:nvSpPr>
          <p:spPr>
            <a:xfrm>
              <a:off x="6386375" y="4075675"/>
              <a:ext cx="210750" cy="90600"/>
            </a:xfrm>
            <a:custGeom>
              <a:rect b="b" l="l" r="r" t="t"/>
              <a:pathLst>
                <a:path extrusionOk="0" h="3624" w="843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3"/>
            <p:cNvSpPr/>
            <p:nvPr/>
          </p:nvSpPr>
          <p:spPr>
            <a:xfrm>
              <a:off x="6371575" y="4051650"/>
              <a:ext cx="240325" cy="130350"/>
            </a:xfrm>
            <a:custGeom>
              <a:rect b="b" l="l" r="r" t="t"/>
              <a:pathLst>
                <a:path extrusionOk="0" h="5214" w="9613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3"/>
            <p:cNvSpPr/>
            <p:nvPr/>
          </p:nvSpPr>
          <p:spPr>
            <a:xfrm>
              <a:off x="6319825" y="3967450"/>
              <a:ext cx="358550" cy="155375"/>
            </a:xfrm>
            <a:custGeom>
              <a:rect b="b" l="l" r="r" t="t"/>
              <a:pathLst>
                <a:path extrusionOk="0" h="6215" w="14342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3"/>
            <p:cNvSpPr/>
            <p:nvPr/>
          </p:nvSpPr>
          <p:spPr>
            <a:xfrm>
              <a:off x="6366950" y="3975850"/>
              <a:ext cx="291175" cy="139600"/>
            </a:xfrm>
            <a:custGeom>
              <a:rect b="b" l="l" r="r" t="t"/>
              <a:pathLst>
                <a:path extrusionOk="0" h="5584" w="11647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3"/>
            <p:cNvSpPr/>
            <p:nvPr/>
          </p:nvSpPr>
          <p:spPr>
            <a:xfrm>
              <a:off x="6351250" y="3960150"/>
              <a:ext cx="321650" cy="170075"/>
            </a:xfrm>
            <a:custGeom>
              <a:rect b="b" l="l" r="r" t="t"/>
              <a:pathLst>
                <a:path extrusionOk="0" h="6803" w="12866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3"/>
            <p:cNvSpPr/>
            <p:nvPr/>
          </p:nvSpPr>
          <p:spPr>
            <a:xfrm>
              <a:off x="6287475" y="3882150"/>
              <a:ext cx="392175" cy="169525"/>
            </a:xfrm>
            <a:custGeom>
              <a:rect b="b" l="l" r="r" t="t"/>
              <a:pathLst>
                <a:path extrusionOk="0" h="6781" w="15687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3"/>
            <p:cNvSpPr/>
            <p:nvPr/>
          </p:nvSpPr>
          <p:spPr>
            <a:xfrm>
              <a:off x="6338300" y="3891750"/>
              <a:ext cx="320750" cy="152525"/>
            </a:xfrm>
            <a:custGeom>
              <a:rect b="b" l="l" r="r" t="t"/>
              <a:pathLst>
                <a:path extrusionOk="0" h="6101" w="1283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3"/>
            <p:cNvSpPr/>
            <p:nvPr/>
          </p:nvSpPr>
          <p:spPr>
            <a:xfrm>
              <a:off x="6323525" y="3874175"/>
              <a:ext cx="350300" cy="184875"/>
            </a:xfrm>
            <a:custGeom>
              <a:rect b="b" l="l" r="r" t="t"/>
              <a:pathLst>
                <a:path extrusionOk="0" h="7395" w="14012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3"/>
            <p:cNvSpPr/>
            <p:nvPr/>
          </p:nvSpPr>
          <p:spPr>
            <a:xfrm>
              <a:off x="6297625" y="3803775"/>
              <a:ext cx="392475" cy="169325"/>
            </a:xfrm>
            <a:custGeom>
              <a:rect b="b" l="l" r="r" t="t"/>
              <a:pathLst>
                <a:path extrusionOk="0" h="6773" w="15699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3"/>
            <p:cNvSpPr/>
            <p:nvPr/>
          </p:nvSpPr>
          <p:spPr>
            <a:xfrm>
              <a:off x="6341075" y="3803950"/>
              <a:ext cx="335525" cy="169150"/>
            </a:xfrm>
            <a:custGeom>
              <a:rect b="b" l="l" r="r" t="t"/>
              <a:pathLst>
                <a:path extrusionOk="0" h="6766" w="13421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3"/>
            <p:cNvSpPr/>
            <p:nvPr/>
          </p:nvSpPr>
          <p:spPr>
            <a:xfrm>
              <a:off x="6333675" y="3795625"/>
              <a:ext cx="350325" cy="185800"/>
            </a:xfrm>
            <a:custGeom>
              <a:rect b="b" l="l" r="r" t="t"/>
              <a:pathLst>
                <a:path extrusionOk="0" h="7432" w="14013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3"/>
            <p:cNvSpPr/>
            <p:nvPr/>
          </p:nvSpPr>
          <p:spPr>
            <a:xfrm>
              <a:off x="4942650" y="1866675"/>
              <a:ext cx="849425" cy="1047800"/>
            </a:xfrm>
            <a:custGeom>
              <a:rect b="b" l="l" r="r" t="t"/>
              <a:pathLst>
                <a:path extrusionOk="0" h="41912" w="33977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3"/>
            <p:cNvSpPr/>
            <p:nvPr/>
          </p:nvSpPr>
          <p:spPr>
            <a:xfrm>
              <a:off x="4970400" y="1866675"/>
              <a:ext cx="695050" cy="401125"/>
            </a:xfrm>
            <a:custGeom>
              <a:rect b="b" l="l" r="r" t="t"/>
              <a:pathLst>
                <a:path extrusionOk="0" h="16045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3"/>
            <p:cNvSpPr/>
            <p:nvPr/>
          </p:nvSpPr>
          <p:spPr>
            <a:xfrm>
              <a:off x="4968550" y="2285850"/>
              <a:ext cx="823525" cy="628625"/>
            </a:xfrm>
            <a:custGeom>
              <a:rect b="b" l="l" r="r" t="t"/>
              <a:pathLst>
                <a:path extrusionOk="0" h="25145" w="32941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3"/>
            <p:cNvSpPr/>
            <p:nvPr/>
          </p:nvSpPr>
          <p:spPr>
            <a:xfrm>
              <a:off x="4968550" y="2286300"/>
              <a:ext cx="823525" cy="628525"/>
            </a:xfrm>
            <a:custGeom>
              <a:rect b="b" l="l" r="r" t="t"/>
              <a:pathLst>
                <a:path extrusionOk="0" h="25141" w="32941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3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3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3"/>
            <p:cNvSpPr/>
            <p:nvPr/>
          </p:nvSpPr>
          <p:spPr>
            <a:xfrm>
              <a:off x="4970400" y="1866675"/>
              <a:ext cx="695050" cy="401150"/>
            </a:xfrm>
            <a:custGeom>
              <a:rect b="b" l="l" r="r" t="t"/>
              <a:pathLst>
                <a:path extrusionOk="0" h="16046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3"/>
            <p:cNvSpPr/>
            <p:nvPr/>
          </p:nvSpPr>
          <p:spPr>
            <a:xfrm>
              <a:off x="5512925" y="2229900"/>
              <a:ext cx="9275" cy="5575"/>
            </a:xfrm>
            <a:custGeom>
              <a:rect b="b" l="l" r="r" t="t"/>
              <a:pathLst>
                <a:path extrusionOk="0" h="223" w="371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3"/>
            <p:cNvSpPr/>
            <p:nvPr/>
          </p:nvSpPr>
          <p:spPr>
            <a:xfrm>
              <a:off x="4953750" y="1859125"/>
              <a:ext cx="846650" cy="1063075"/>
            </a:xfrm>
            <a:custGeom>
              <a:rect b="b" l="l" r="r" t="t"/>
              <a:pathLst>
                <a:path extrusionOk="0" h="42523" w="33866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3"/>
            <p:cNvSpPr/>
            <p:nvPr/>
          </p:nvSpPr>
          <p:spPr>
            <a:xfrm>
              <a:off x="4911225" y="2165200"/>
              <a:ext cx="287475" cy="288400"/>
            </a:xfrm>
            <a:custGeom>
              <a:rect b="b" l="l" r="r" t="t"/>
              <a:pathLst>
                <a:path extrusionOk="0" h="11536" w="11499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3"/>
            <p:cNvSpPr/>
            <p:nvPr/>
          </p:nvSpPr>
          <p:spPr>
            <a:xfrm>
              <a:off x="4936200" y="2265950"/>
              <a:ext cx="262500" cy="187650"/>
            </a:xfrm>
            <a:custGeom>
              <a:rect b="b" l="l" r="r" t="t"/>
              <a:pathLst>
                <a:path extrusionOk="0" h="7506" w="1050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3"/>
            <p:cNvSpPr/>
            <p:nvPr/>
          </p:nvSpPr>
          <p:spPr>
            <a:xfrm>
              <a:off x="4902925" y="2157825"/>
              <a:ext cx="303175" cy="303175"/>
            </a:xfrm>
            <a:custGeom>
              <a:rect b="b" l="l" r="r" t="t"/>
              <a:pathLst>
                <a:path extrusionOk="0" h="12127" w="12127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3"/>
            <p:cNvSpPr/>
            <p:nvPr/>
          </p:nvSpPr>
          <p:spPr>
            <a:xfrm>
              <a:off x="5304050" y="2165200"/>
              <a:ext cx="288400" cy="288400"/>
            </a:xfrm>
            <a:custGeom>
              <a:rect b="b" l="l" r="r" t="t"/>
              <a:pathLst>
                <a:path extrusionOk="0" h="11536" w="11536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3"/>
            <p:cNvSpPr/>
            <p:nvPr/>
          </p:nvSpPr>
          <p:spPr>
            <a:xfrm>
              <a:off x="5318825" y="2264100"/>
              <a:ext cx="273625" cy="189500"/>
            </a:xfrm>
            <a:custGeom>
              <a:rect b="b" l="l" r="r" t="t"/>
              <a:pathLst>
                <a:path extrusionOk="0" h="7580" w="10945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3"/>
            <p:cNvSpPr/>
            <p:nvPr/>
          </p:nvSpPr>
          <p:spPr>
            <a:xfrm>
              <a:off x="5296650" y="2157825"/>
              <a:ext cx="303200" cy="303175"/>
            </a:xfrm>
            <a:custGeom>
              <a:rect b="b" l="l" r="r" t="t"/>
              <a:pathLst>
                <a:path extrusionOk="0" h="12127" w="12128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3"/>
            <p:cNvSpPr/>
            <p:nvPr/>
          </p:nvSpPr>
          <p:spPr>
            <a:xfrm>
              <a:off x="5190375" y="2221600"/>
              <a:ext cx="129400" cy="39075"/>
            </a:xfrm>
            <a:custGeom>
              <a:rect b="b" l="l" r="r" t="t"/>
              <a:pathLst>
                <a:path extrusionOk="0" h="1563" w="5176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3"/>
            <p:cNvSpPr/>
            <p:nvPr/>
          </p:nvSpPr>
          <p:spPr>
            <a:xfrm>
              <a:off x="4993500" y="2059850"/>
              <a:ext cx="154375" cy="74650"/>
            </a:xfrm>
            <a:custGeom>
              <a:rect b="b" l="l" r="r" t="t"/>
              <a:pathLst>
                <a:path extrusionOk="0" h="2986" w="6175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3"/>
            <p:cNvSpPr/>
            <p:nvPr/>
          </p:nvSpPr>
          <p:spPr>
            <a:xfrm>
              <a:off x="5316075" y="2049675"/>
              <a:ext cx="183025" cy="81200"/>
            </a:xfrm>
            <a:custGeom>
              <a:rect b="b" l="l" r="r" t="t"/>
              <a:pathLst>
                <a:path extrusionOk="0" h="3248" w="7321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3"/>
            <p:cNvSpPr/>
            <p:nvPr/>
          </p:nvSpPr>
          <p:spPr>
            <a:xfrm>
              <a:off x="5148775" y="2298125"/>
              <a:ext cx="97075" cy="268425"/>
            </a:xfrm>
            <a:custGeom>
              <a:rect b="b" l="l" r="r" t="t"/>
              <a:pathLst>
                <a:path extrusionOk="0" h="10737" w="3883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3"/>
            <p:cNvSpPr/>
            <p:nvPr/>
          </p:nvSpPr>
          <p:spPr>
            <a:xfrm>
              <a:off x="5215325" y="2589325"/>
              <a:ext cx="163625" cy="61150"/>
            </a:xfrm>
            <a:custGeom>
              <a:rect b="b" l="l" r="r" t="t"/>
              <a:pathLst>
                <a:path extrusionOk="0" h="2446" w="6545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3"/>
            <p:cNvSpPr/>
            <p:nvPr/>
          </p:nvSpPr>
          <p:spPr>
            <a:xfrm>
              <a:off x="862950" y="4920450"/>
              <a:ext cx="1188625" cy="15750"/>
            </a:xfrm>
            <a:custGeom>
              <a:rect b="b" l="l" r="r" t="t"/>
              <a:pathLst>
                <a:path extrusionOk="0" h="630" w="47545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3"/>
            <p:cNvSpPr/>
            <p:nvPr/>
          </p:nvSpPr>
          <p:spPr>
            <a:xfrm>
              <a:off x="2173575" y="4920450"/>
              <a:ext cx="4043675" cy="15750"/>
            </a:xfrm>
            <a:custGeom>
              <a:rect b="b" l="l" r="r" t="t"/>
              <a:pathLst>
                <a:path extrusionOk="0" h="630" w="161747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3"/>
            <p:cNvSpPr/>
            <p:nvPr/>
          </p:nvSpPr>
          <p:spPr>
            <a:xfrm>
              <a:off x="6316125" y="4920450"/>
              <a:ext cx="159000" cy="15750"/>
            </a:xfrm>
            <a:custGeom>
              <a:rect b="b" l="l" r="r" t="t"/>
              <a:pathLst>
                <a:path extrusionOk="0" h="630" w="636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3"/>
            <p:cNvSpPr/>
            <p:nvPr/>
          </p:nvSpPr>
          <p:spPr>
            <a:xfrm>
              <a:off x="4014700" y="2706825"/>
              <a:ext cx="350325" cy="819850"/>
            </a:xfrm>
            <a:custGeom>
              <a:rect b="b" l="l" r="r" t="t"/>
              <a:pathLst>
                <a:path extrusionOk="0" h="32794" w="14013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3"/>
            <p:cNvSpPr/>
            <p:nvPr/>
          </p:nvSpPr>
          <p:spPr>
            <a:xfrm>
              <a:off x="1582025" y="1799200"/>
              <a:ext cx="1080500" cy="1727475"/>
            </a:xfrm>
            <a:custGeom>
              <a:rect b="b" l="l" r="r" t="t"/>
              <a:pathLst>
                <a:path extrusionOk="0" h="69099" w="4322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3"/>
            <p:cNvSpPr/>
            <p:nvPr/>
          </p:nvSpPr>
          <p:spPr>
            <a:xfrm>
              <a:off x="1582025" y="1799200"/>
              <a:ext cx="2783000" cy="1727475"/>
            </a:xfrm>
            <a:custGeom>
              <a:rect b="b" l="l" r="r" t="t"/>
              <a:pathLst>
                <a:path extrusionOk="0" h="69099" w="11132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3"/>
            <p:cNvSpPr/>
            <p:nvPr/>
          </p:nvSpPr>
          <p:spPr>
            <a:xfrm>
              <a:off x="3977725" y="3502625"/>
              <a:ext cx="27750" cy="24050"/>
            </a:xfrm>
            <a:custGeom>
              <a:rect b="b" l="l" r="r" t="t"/>
              <a:pathLst>
                <a:path extrusionOk="0" h="962" w="111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3"/>
            <p:cNvSpPr/>
            <p:nvPr/>
          </p:nvSpPr>
          <p:spPr>
            <a:xfrm>
              <a:off x="3954625" y="3476750"/>
              <a:ext cx="57325" cy="49925"/>
            </a:xfrm>
            <a:custGeom>
              <a:rect b="b" l="l" r="r" t="t"/>
              <a:pathLst>
                <a:path extrusionOk="0" h="1997" w="2293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3"/>
            <p:cNvSpPr/>
            <p:nvPr/>
          </p:nvSpPr>
          <p:spPr>
            <a:xfrm>
              <a:off x="3998975" y="2691125"/>
              <a:ext cx="366050" cy="835550"/>
            </a:xfrm>
            <a:custGeom>
              <a:rect b="b" l="l" r="r" t="t"/>
              <a:pathLst>
                <a:path extrusionOk="0" h="33422" w="14642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3"/>
            <p:cNvSpPr/>
            <p:nvPr/>
          </p:nvSpPr>
          <p:spPr>
            <a:xfrm>
              <a:off x="1529350" y="1687375"/>
              <a:ext cx="2889275" cy="1951150"/>
            </a:xfrm>
            <a:custGeom>
              <a:rect b="b" l="l" r="r" t="t"/>
              <a:pathLst>
                <a:path extrusionOk="0" h="78046" w="115571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3"/>
            <p:cNvSpPr/>
            <p:nvPr/>
          </p:nvSpPr>
          <p:spPr>
            <a:xfrm>
              <a:off x="1521025" y="1679050"/>
              <a:ext cx="2905000" cy="1966875"/>
            </a:xfrm>
            <a:custGeom>
              <a:rect b="b" l="l" r="r" t="t"/>
              <a:pathLst>
                <a:path extrusionOk="0" h="78675" w="11620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3"/>
            <p:cNvSpPr/>
            <p:nvPr/>
          </p:nvSpPr>
          <p:spPr>
            <a:xfrm>
              <a:off x="1634725" y="1846350"/>
              <a:ext cx="1974250" cy="154375"/>
            </a:xfrm>
            <a:custGeom>
              <a:rect b="b" l="l" r="r" t="t"/>
              <a:pathLst>
                <a:path extrusionOk="0" h="6175" w="7897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3"/>
            <p:cNvSpPr/>
            <p:nvPr/>
          </p:nvSpPr>
          <p:spPr>
            <a:xfrm>
              <a:off x="1626400" y="1838950"/>
              <a:ext cx="1989975" cy="170075"/>
            </a:xfrm>
            <a:custGeom>
              <a:rect b="b" l="l" r="r" t="t"/>
              <a:pathLst>
                <a:path extrusionOk="0" h="6803" w="79599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3"/>
            <p:cNvSpPr/>
            <p:nvPr/>
          </p:nvSpPr>
          <p:spPr>
            <a:xfrm>
              <a:off x="1658750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3"/>
            <p:cNvSpPr/>
            <p:nvPr/>
          </p:nvSpPr>
          <p:spPr>
            <a:xfrm>
              <a:off x="1658750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3"/>
            <p:cNvSpPr/>
            <p:nvPr/>
          </p:nvSpPr>
          <p:spPr>
            <a:xfrm>
              <a:off x="1658750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3"/>
            <p:cNvSpPr/>
            <p:nvPr/>
          </p:nvSpPr>
          <p:spPr>
            <a:xfrm>
              <a:off x="1658750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3"/>
            <p:cNvSpPr/>
            <p:nvPr/>
          </p:nvSpPr>
          <p:spPr>
            <a:xfrm>
              <a:off x="2144000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3"/>
            <p:cNvSpPr/>
            <p:nvPr/>
          </p:nvSpPr>
          <p:spPr>
            <a:xfrm>
              <a:off x="2144000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3"/>
            <p:cNvSpPr/>
            <p:nvPr/>
          </p:nvSpPr>
          <p:spPr>
            <a:xfrm>
              <a:off x="2144000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3"/>
            <p:cNvSpPr/>
            <p:nvPr/>
          </p:nvSpPr>
          <p:spPr>
            <a:xfrm>
              <a:off x="2144000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3"/>
            <p:cNvSpPr/>
            <p:nvPr/>
          </p:nvSpPr>
          <p:spPr>
            <a:xfrm>
              <a:off x="2629225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3"/>
            <p:cNvSpPr/>
            <p:nvPr/>
          </p:nvSpPr>
          <p:spPr>
            <a:xfrm>
              <a:off x="2629225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3"/>
            <p:cNvSpPr/>
            <p:nvPr/>
          </p:nvSpPr>
          <p:spPr>
            <a:xfrm>
              <a:off x="2629225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3"/>
            <p:cNvSpPr/>
            <p:nvPr/>
          </p:nvSpPr>
          <p:spPr>
            <a:xfrm>
              <a:off x="2629225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3"/>
            <p:cNvSpPr/>
            <p:nvPr/>
          </p:nvSpPr>
          <p:spPr>
            <a:xfrm>
              <a:off x="3114475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3"/>
            <p:cNvSpPr/>
            <p:nvPr/>
          </p:nvSpPr>
          <p:spPr>
            <a:xfrm>
              <a:off x="3114475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3"/>
            <p:cNvSpPr/>
            <p:nvPr/>
          </p:nvSpPr>
          <p:spPr>
            <a:xfrm>
              <a:off x="3114475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3"/>
            <p:cNvSpPr/>
            <p:nvPr/>
          </p:nvSpPr>
          <p:spPr>
            <a:xfrm>
              <a:off x="3114475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3"/>
            <p:cNvSpPr/>
            <p:nvPr/>
          </p:nvSpPr>
          <p:spPr>
            <a:xfrm>
              <a:off x="1902750" y="2663150"/>
              <a:ext cx="1494575" cy="451550"/>
            </a:xfrm>
            <a:custGeom>
              <a:rect b="b" l="l" r="r" t="t"/>
              <a:pathLst>
                <a:path extrusionOk="0" h="18062" w="59783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3"/>
            <p:cNvSpPr/>
            <p:nvPr/>
          </p:nvSpPr>
          <p:spPr>
            <a:xfrm>
              <a:off x="2210525" y="2716075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3"/>
            <p:cNvSpPr/>
            <p:nvPr/>
          </p:nvSpPr>
          <p:spPr>
            <a:xfrm>
              <a:off x="2203150" y="270867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3"/>
            <p:cNvSpPr/>
            <p:nvPr/>
          </p:nvSpPr>
          <p:spPr>
            <a:xfrm>
              <a:off x="2679125" y="2748425"/>
              <a:ext cx="91550" cy="91525"/>
            </a:xfrm>
            <a:custGeom>
              <a:rect b="b" l="l" r="r" t="t"/>
              <a:pathLst>
                <a:path extrusionOk="0" h="3661" w="3662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3"/>
            <p:cNvSpPr/>
            <p:nvPr/>
          </p:nvSpPr>
          <p:spPr>
            <a:xfrm>
              <a:off x="2671750" y="274102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3"/>
            <p:cNvSpPr/>
            <p:nvPr/>
          </p:nvSpPr>
          <p:spPr>
            <a:xfrm>
              <a:off x="2998000" y="2989650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3"/>
            <p:cNvSpPr/>
            <p:nvPr/>
          </p:nvSpPr>
          <p:spPr>
            <a:xfrm>
              <a:off x="2990625" y="2982275"/>
              <a:ext cx="106300" cy="106300"/>
            </a:xfrm>
            <a:custGeom>
              <a:rect b="b" l="l" r="r" t="t"/>
              <a:pathLst>
                <a:path extrusionOk="0" h="4252" w="4252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3"/>
            <p:cNvSpPr/>
            <p:nvPr/>
          </p:nvSpPr>
          <p:spPr>
            <a:xfrm>
              <a:off x="3336300" y="2625500"/>
              <a:ext cx="91525" cy="90600"/>
            </a:xfrm>
            <a:custGeom>
              <a:rect b="b" l="l" r="r" t="t"/>
              <a:pathLst>
                <a:path extrusionOk="0" h="3624" w="3661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3"/>
            <p:cNvSpPr/>
            <p:nvPr/>
          </p:nvSpPr>
          <p:spPr>
            <a:xfrm>
              <a:off x="3328900" y="2617175"/>
              <a:ext cx="106300" cy="107250"/>
            </a:xfrm>
            <a:custGeom>
              <a:rect b="b" l="l" r="r" t="t"/>
              <a:pathLst>
                <a:path extrusionOk="0" h="4290" w="4252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3"/>
            <p:cNvSpPr/>
            <p:nvPr/>
          </p:nvSpPr>
          <p:spPr>
            <a:xfrm>
              <a:off x="1865775" y="3060825"/>
              <a:ext cx="90600" cy="91525"/>
            </a:xfrm>
            <a:custGeom>
              <a:rect b="b" l="l" r="r" t="t"/>
              <a:pathLst>
                <a:path extrusionOk="0" h="3661" w="3624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3"/>
            <p:cNvSpPr/>
            <p:nvPr/>
          </p:nvSpPr>
          <p:spPr>
            <a:xfrm>
              <a:off x="1857475" y="3053425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3"/>
            <p:cNvSpPr/>
            <p:nvPr/>
          </p:nvSpPr>
          <p:spPr>
            <a:xfrm>
              <a:off x="2464700" y="2931425"/>
              <a:ext cx="90600" cy="90600"/>
            </a:xfrm>
            <a:custGeom>
              <a:rect b="b" l="l" r="r" t="t"/>
              <a:pathLst>
                <a:path extrusionOk="0" h="3624" w="3624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3"/>
            <p:cNvSpPr/>
            <p:nvPr/>
          </p:nvSpPr>
          <p:spPr>
            <a:xfrm>
              <a:off x="2456400" y="2923100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3"/>
            <p:cNvSpPr/>
            <p:nvPr/>
          </p:nvSpPr>
          <p:spPr>
            <a:xfrm>
              <a:off x="3707850" y="1843575"/>
              <a:ext cx="52700" cy="1651675"/>
            </a:xfrm>
            <a:custGeom>
              <a:rect b="b" l="l" r="r" t="t"/>
              <a:pathLst>
                <a:path extrusionOk="0" h="66067" w="2108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3"/>
            <p:cNvSpPr/>
            <p:nvPr/>
          </p:nvSpPr>
          <p:spPr>
            <a:xfrm>
              <a:off x="3700450" y="1836175"/>
              <a:ext cx="67500" cy="1666475"/>
            </a:xfrm>
            <a:custGeom>
              <a:rect b="b" l="l" r="r" t="t"/>
              <a:pathLst>
                <a:path extrusionOk="0" h="66659" w="270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3"/>
            <p:cNvSpPr/>
            <p:nvPr/>
          </p:nvSpPr>
          <p:spPr>
            <a:xfrm>
              <a:off x="4015625" y="2157825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3"/>
            <p:cNvSpPr/>
            <p:nvPr/>
          </p:nvSpPr>
          <p:spPr>
            <a:xfrm>
              <a:off x="3805825" y="2157825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3"/>
            <p:cNvSpPr/>
            <p:nvPr/>
          </p:nvSpPr>
          <p:spPr>
            <a:xfrm>
              <a:off x="4256850" y="2234525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3"/>
            <p:cNvSpPr/>
            <p:nvPr/>
          </p:nvSpPr>
          <p:spPr>
            <a:xfrm>
              <a:off x="4112675" y="2234525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3"/>
            <p:cNvSpPr/>
            <p:nvPr/>
          </p:nvSpPr>
          <p:spPr>
            <a:xfrm>
              <a:off x="3805825" y="2234525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3"/>
            <p:cNvSpPr/>
            <p:nvPr/>
          </p:nvSpPr>
          <p:spPr>
            <a:xfrm>
              <a:off x="4047975" y="2312175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3"/>
            <p:cNvSpPr/>
            <p:nvPr/>
          </p:nvSpPr>
          <p:spPr>
            <a:xfrm>
              <a:off x="3805825" y="2312175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3"/>
            <p:cNvSpPr/>
            <p:nvPr/>
          </p:nvSpPr>
          <p:spPr>
            <a:xfrm>
              <a:off x="4196775" y="2389800"/>
              <a:ext cx="126650" cy="14825"/>
            </a:xfrm>
            <a:custGeom>
              <a:rect b="b" l="l" r="r" t="t"/>
              <a:pathLst>
                <a:path extrusionOk="0" h="593" w="5066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3"/>
            <p:cNvSpPr/>
            <p:nvPr/>
          </p:nvSpPr>
          <p:spPr>
            <a:xfrm>
              <a:off x="3917650" y="2389800"/>
              <a:ext cx="247725" cy="14825"/>
            </a:xfrm>
            <a:custGeom>
              <a:rect b="b" l="l" r="r" t="t"/>
              <a:pathLst>
                <a:path extrusionOk="0" h="593" w="9909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3"/>
            <p:cNvSpPr/>
            <p:nvPr/>
          </p:nvSpPr>
          <p:spPr>
            <a:xfrm>
              <a:off x="3805825" y="2389800"/>
              <a:ext cx="75800" cy="14825"/>
            </a:xfrm>
            <a:custGeom>
              <a:rect b="b" l="l" r="r" t="t"/>
              <a:pathLst>
                <a:path extrusionOk="0" h="593" w="3032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3"/>
            <p:cNvSpPr/>
            <p:nvPr/>
          </p:nvSpPr>
          <p:spPr>
            <a:xfrm>
              <a:off x="4015625" y="2457275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3"/>
            <p:cNvSpPr/>
            <p:nvPr/>
          </p:nvSpPr>
          <p:spPr>
            <a:xfrm>
              <a:off x="3805825" y="2457275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3"/>
            <p:cNvSpPr/>
            <p:nvPr/>
          </p:nvSpPr>
          <p:spPr>
            <a:xfrm>
              <a:off x="4256850" y="2534000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3"/>
            <p:cNvSpPr/>
            <p:nvPr/>
          </p:nvSpPr>
          <p:spPr>
            <a:xfrm>
              <a:off x="4112675" y="2534000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3"/>
            <p:cNvSpPr/>
            <p:nvPr/>
          </p:nvSpPr>
          <p:spPr>
            <a:xfrm>
              <a:off x="3805825" y="2534000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3"/>
            <p:cNvSpPr/>
            <p:nvPr/>
          </p:nvSpPr>
          <p:spPr>
            <a:xfrm>
              <a:off x="4047975" y="2611625"/>
              <a:ext cx="275450" cy="15750"/>
            </a:xfrm>
            <a:custGeom>
              <a:rect b="b" l="l" r="r" t="t"/>
              <a:pathLst>
                <a:path extrusionOk="0" h="630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3"/>
            <p:cNvSpPr/>
            <p:nvPr/>
          </p:nvSpPr>
          <p:spPr>
            <a:xfrm>
              <a:off x="3805825" y="2611625"/>
              <a:ext cx="201500" cy="15750"/>
            </a:xfrm>
            <a:custGeom>
              <a:rect b="b" l="l" r="r" t="t"/>
              <a:pathLst>
                <a:path extrusionOk="0" h="630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3"/>
            <p:cNvSpPr/>
            <p:nvPr/>
          </p:nvSpPr>
          <p:spPr>
            <a:xfrm>
              <a:off x="4196775" y="2688350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3"/>
            <p:cNvSpPr/>
            <p:nvPr/>
          </p:nvSpPr>
          <p:spPr>
            <a:xfrm>
              <a:off x="3917650" y="2688350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3"/>
            <p:cNvSpPr/>
            <p:nvPr/>
          </p:nvSpPr>
          <p:spPr>
            <a:xfrm>
              <a:off x="3805825" y="2688350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3"/>
            <p:cNvSpPr/>
            <p:nvPr/>
          </p:nvSpPr>
          <p:spPr>
            <a:xfrm>
              <a:off x="4015625" y="2756750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3"/>
            <p:cNvSpPr/>
            <p:nvPr/>
          </p:nvSpPr>
          <p:spPr>
            <a:xfrm>
              <a:off x="3805825" y="2756750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3"/>
            <p:cNvSpPr/>
            <p:nvPr/>
          </p:nvSpPr>
          <p:spPr>
            <a:xfrm>
              <a:off x="4256850" y="2833450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3"/>
            <p:cNvSpPr/>
            <p:nvPr/>
          </p:nvSpPr>
          <p:spPr>
            <a:xfrm>
              <a:off x="4112675" y="2833450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3"/>
            <p:cNvSpPr/>
            <p:nvPr/>
          </p:nvSpPr>
          <p:spPr>
            <a:xfrm>
              <a:off x="3805825" y="2833450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3"/>
            <p:cNvSpPr/>
            <p:nvPr/>
          </p:nvSpPr>
          <p:spPr>
            <a:xfrm>
              <a:off x="4047975" y="2911100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3"/>
            <p:cNvSpPr/>
            <p:nvPr/>
          </p:nvSpPr>
          <p:spPr>
            <a:xfrm>
              <a:off x="3805825" y="2911100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3"/>
            <p:cNvSpPr/>
            <p:nvPr/>
          </p:nvSpPr>
          <p:spPr>
            <a:xfrm>
              <a:off x="4196775" y="2987800"/>
              <a:ext cx="126650" cy="15750"/>
            </a:xfrm>
            <a:custGeom>
              <a:rect b="b" l="l" r="r" t="t"/>
              <a:pathLst>
                <a:path extrusionOk="0" h="630" w="5066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3"/>
            <p:cNvSpPr/>
            <p:nvPr/>
          </p:nvSpPr>
          <p:spPr>
            <a:xfrm>
              <a:off x="3917650" y="2987800"/>
              <a:ext cx="247725" cy="15750"/>
            </a:xfrm>
            <a:custGeom>
              <a:rect b="b" l="l" r="r" t="t"/>
              <a:pathLst>
                <a:path extrusionOk="0" h="630" w="9909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3"/>
            <p:cNvSpPr/>
            <p:nvPr/>
          </p:nvSpPr>
          <p:spPr>
            <a:xfrm>
              <a:off x="3805825" y="2987800"/>
              <a:ext cx="75800" cy="15750"/>
            </a:xfrm>
            <a:custGeom>
              <a:rect b="b" l="l" r="r" t="t"/>
              <a:pathLst>
                <a:path extrusionOk="0" h="630" w="3032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3"/>
            <p:cNvSpPr/>
            <p:nvPr/>
          </p:nvSpPr>
          <p:spPr>
            <a:xfrm>
              <a:off x="4015625" y="3056200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3"/>
            <p:cNvSpPr/>
            <p:nvPr/>
          </p:nvSpPr>
          <p:spPr>
            <a:xfrm>
              <a:off x="3805825" y="3056200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3"/>
            <p:cNvSpPr/>
            <p:nvPr/>
          </p:nvSpPr>
          <p:spPr>
            <a:xfrm>
              <a:off x="4256850" y="3132925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3"/>
            <p:cNvSpPr/>
            <p:nvPr/>
          </p:nvSpPr>
          <p:spPr>
            <a:xfrm>
              <a:off x="4112675" y="3132925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3"/>
            <p:cNvSpPr/>
            <p:nvPr/>
          </p:nvSpPr>
          <p:spPr>
            <a:xfrm>
              <a:off x="3805825" y="3132925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3"/>
            <p:cNvSpPr/>
            <p:nvPr/>
          </p:nvSpPr>
          <p:spPr>
            <a:xfrm>
              <a:off x="4047975" y="3210550"/>
              <a:ext cx="275450" cy="14825"/>
            </a:xfrm>
            <a:custGeom>
              <a:rect b="b" l="l" r="r" t="t"/>
              <a:pathLst>
                <a:path extrusionOk="0" h="593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3"/>
            <p:cNvSpPr/>
            <p:nvPr/>
          </p:nvSpPr>
          <p:spPr>
            <a:xfrm>
              <a:off x="3805825" y="3210550"/>
              <a:ext cx="201500" cy="14825"/>
            </a:xfrm>
            <a:custGeom>
              <a:rect b="b" l="l" r="r" t="t"/>
              <a:pathLst>
                <a:path extrusionOk="0" h="593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3"/>
            <p:cNvSpPr/>
            <p:nvPr/>
          </p:nvSpPr>
          <p:spPr>
            <a:xfrm>
              <a:off x="4196775" y="3287275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3"/>
            <p:cNvSpPr/>
            <p:nvPr/>
          </p:nvSpPr>
          <p:spPr>
            <a:xfrm>
              <a:off x="3917650" y="3287275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3"/>
            <p:cNvSpPr/>
            <p:nvPr/>
          </p:nvSpPr>
          <p:spPr>
            <a:xfrm>
              <a:off x="3805825" y="3287275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3"/>
            <p:cNvSpPr/>
            <p:nvPr/>
          </p:nvSpPr>
          <p:spPr>
            <a:xfrm>
              <a:off x="1700350" y="3333475"/>
              <a:ext cx="69325" cy="154400"/>
            </a:xfrm>
            <a:custGeom>
              <a:rect b="b" l="l" r="r" t="t"/>
              <a:pathLst>
                <a:path extrusionOk="0" h="6176" w="2773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3"/>
            <p:cNvSpPr/>
            <p:nvPr/>
          </p:nvSpPr>
          <p:spPr>
            <a:xfrm>
              <a:off x="1838975" y="3401875"/>
              <a:ext cx="69350" cy="86000"/>
            </a:xfrm>
            <a:custGeom>
              <a:rect b="b" l="l" r="r" t="t"/>
              <a:pathLst>
                <a:path extrusionOk="0" h="3440" w="2774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3"/>
            <p:cNvSpPr/>
            <p:nvPr/>
          </p:nvSpPr>
          <p:spPr>
            <a:xfrm>
              <a:off x="1977625" y="3441625"/>
              <a:ext cx="69350" cy="46250"/>
            </a:xfrm>
            <a:custGeom>
              <a:rect b="b" l="l" r="r" t="t"/>
              <a:pathLst>
                <a:path extrusionOk="0" h="1850" w="2774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3"/>
            <p:cNvSpPr/>
            <p:nvPr/>
          </p:nvSpPr>
          <p:spPr>
            <a:xfrm>
              <a:off x="2116250" y="3378775"/>
              <a:ext cx="69350" cy="109100"/>
            </a:xfrm>
            <a:custGeom>
              <a:rect b="b" l="l" r="r" t="t"/>
              <a:pathLst>
                <a:path extrusionOk="0" h="4364" w="2774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3"/>
            <p:cNvSpPr/>
            <p:nvPr/>
          </p:nvSpPr>
          <p:spPr>
            <a:xfrm>
              <a:off x="2254900" y="3418525"/>
              <a:ext cx="69350" cy="69350"/>
            </a:xfrm>
            <a:custGeom>
              <a:rect b="b" l="l" r="r" t="t"/>
              <a:pathLst>
                <a:path extrusionOk="0" h="2774" w="2774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3"/>
            <p:cNvSpPr/>
            <p:nvPr/>
          </p:nvSpPr>
          <p:spPr>
            <a:xfrm>
              <a:off x="2393550" y="3373225"/>
              <a:ext cx="69325" cy="114650"/>
            </a:xfrm>
            <a:custGeom>
              <a:rect b="b" l="l" r="r" t="t"/>
              <a:pathLst>
                <a:path extrusionOk="0" h="4586" w="2773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3"/>
            <p:cNvSpPr/>
            <p:nvPr/>
          </p:nvSpPr>
          <p:spPr>
            <a:xfrm>
              <a:off x="2532175" y="3468425"/>
              <a:ext cx="69350" cy="19450"/>
            </a:xfrm>
            <a:custGeom>
              <a:rect b="b" l="l" r="r" t="t"/>
              <a:pathLst>
                <a:path extrusionOk="0" h="778" w="2774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3"/>
            <p:cNvSpPr/>
            <p:nvPr/>
          </p:nvSpPr>
          <p:spPr>
            <a:xfrm>
              <a:off x="267082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3"/>
            <p:cNvSpPr/>
            <p:nvPr/>
          </p:nvSpPr>
          <p:spPr>
            <a:xfrm>
              <a:off x="2809450" y="3431450"/>
              <a:ext cx="69350" cy="56425"/>
            </a:xfrm>
            <a:custGeom>
              <a:rect b="b" l="l" r="r" t="t"/>
              <a:pathLst>
                <a:path extrusionOk="0" h="2257" w="2774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3"/>
            <p:cNvSpPr/>
            <p:nvPr/>
          </p:nvSpPr>
          <p:spPr>
            <a:xfrm>
              <a:off x="2948100" y="3465650"/>
              <a:ext cx="69350" cy="22225"/>
            </a:xfrm>
            <a:custGeom>
              <a:rect b="b" l="l" r="r" t="t"/>
              <a:pathLst>
                <a:path extrusionOk="0" h="889" w="2774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3"/>
            <p:cNvSpPr/>
            <p:nvPr/>
          </p:nvSpPr>
          <p:spPr>
            <a:xfrm>
              <a:off x="3086750" y="3437000"/>
              <a:ext cx="69325" cy="50875"/>
            </a:xfrm>
            <a:custGeom>
              <a:rect b="b" l="l" r="r" t="t"/>
              <a:pathLst>
                <a:path extrusionOk="0" h="2035" w="2773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3"/>
            <p:cNvSpPr/>
            <p:nvPr/>
          </p:nvSpPr>
          <p:spPr>
            <a:xfrm>
              <a:off x="322537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3"/>
            <p:cNvSpPr/>
            <p:nvPr/>
          </p:nvSpPr>
          <p:spPr>
            <a:xfrm>
              <a:off x="3364025" y="3364900"/>
              <a:ext cx="69325" cy="122975"/>
            </a:xfrm>
            <a:custGeom>
              <a:rect b="b" l="l" r="r" t="t"/>
              <a:pathLst>
                <a:path extrusionOk="0" h="4919" w="2773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3"/>
            <p:cNvSpPr/>
            <p:nvPr/>
          </p:nvSpPr>
          <p:spPr>
            <a:xfrm>
              <a:off x="3502650" y="3386175"/>
              <a:ext cx="69350" cy="101700"/>
            </a:xfrm>
            <a:custGeom>
              <a:rect b="b" l="l" r="r" t="t"/>
              <a:pathLst>
                <a:path extrusionOk="0" h="4068" w="2774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3"/>
            <p:cNvSpPr/>
            <p:nvPr/>
          </p:nvSpPr>
          <p:spPr>
            <a:xfrm>
              <a:off x="3855725" y="1244650"/>
              <a:ext cx="170100" cy="822625"/>
            </a:xfrm>
            <a:custGeom>
              <a:rect b="b" l="l" r="r" t="t"/>
              <a:pathLst>
                <a:path extrusionOk="0" h="32905" w="6804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3"/>
            <p:cNvSpPr/>
            <p:nvPr/>
          </p:nvSpPr>
          <p:spPr>
            <a:xfrm>
              <a:off x="4130225" y="1239100"/>
              <a:ext cx="302275" cy="14800"/>
            </a:xfrm>
            <a:custGeom>
              <a:rect b="b" l="l" r="r" t="t"/>
              <a:pathLst>
                <a:path extrusionOk="0" h="592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3"/>
            <p:cNvSpPr/>
            <p:nvPr/>
          </p:nvSpPr>
          <p:spPr>
            <a:xfrm>
              <a:off x="4130225" y="13306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p3"/>
            <p:cNvSpPr/>
            <p:nvPr/>
          </p:nvSpPr>
          <p:spPr>
            <a:xfrm>
              <a:off x="4130225" y="14221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3"/>
            <p:cNvSpPr/>
            <p:nvPr/>
          </p:nvSpPr>
          <p:spPr>
            <a:xfrm>
              <a:off x="1709575" y="454520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3"/>
            <p:cNvSpPr/>
            <p:nvPr/>
          </p:nvSpPr>
          <p:spPr>
            <a:xfrm>
              <a:off x="1709575" y="463115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3"/>
            <p:cNvSpPr/>
            <p:nvPr/>
          </p:nvSpPr>
          <p:spPr>
            <a:xfrm>
              <a:off x="1709575" y="4717125"/>
              <a:ext cx="317975" cy="15725"/>
            </a:xfrm>
            <a:custGeom>
              <a:rect b="b" l="l" r="r" t="t"/>
              <a:pathLst>
                <a:path extrusionOk="0" h="629" w="12719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3"/>
            <p:cNvSpPr/>
            <p:nvPr/>
          </p:nvSpPr>
          <p:spPr>
            <a:xfrm>
              <a:off x="1709575" y="4803075"/>
              <a:ext cx="317975" cy="14800"/>
            </a:xfrm>
            <a:custGeom>
              <a:rect b="b" l="l" r="r" t="t"/>
              <a:pathLst>
                <a:path extrusionOk="0" h="592" w="12719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3"/>
            <p:cNvSpPr/>
            <p:nvPr/>
          </p:nvSpPr>
          <p:spPr>
            <a:xfrm>
              <a:off x="2163400" y="3753100"/>
              <a:ext cx="949250" cy="949250"/>
            </a:xfrm>
            <a:custGeom>
              <a:rect b="b" l="l" r="r" t="t"/>
              <a:pathLst>
                <a:path extrusionOk="0" h="37970" w="3797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3"/>
            <p:cNvSpPr/>
            <p:nvPr/>
          </p:nvSpPr>
          <p:spPr>
            <a:xfrm>
              <a:off x="2155075" y="3744775"/>
              <a:ext cx="965875" cy="965900"/>
            </a:xfrm>
            <a:custGeom>
              <a:rect b="b" l="l" r="r" t="t"/>
              <a:pathLst>
                <a:path extrusionOk="0" h="38636" w="38635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3"/>
            <p:cNvSpPr/>
            <p:nvPr/>
          </p:nvSpPr>
          <p:spPr>
            <a:xfrm>
              <a:off x="2283550" y="3873250"/>
              <a:ext cx="708950" cy="708950"/>
            </a:xfrm>
            <a:custGeom>
              <a:rect b="b" l="l" r="r" t="t"/>
              <a:pathLst>
                <a:path extrusionOk="0" h="28358" w="28358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3"/>
            <p:cNvSpPr/>
            <p:nvPr/>
          </p:nvSpPr>
          <p:spPr>
            <a:xfrm>
              <a:off x="2275225" y="3864950"/>
              <a:ext cx="725575" cy="725575"/>
            </a:xfrm>
            <a:custGeom>
              <a:rect b="b" l="l" r="r" t="t"/>
              <a:pathLst>
                <a:path extrusionOk="0" h="29023" w="29023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3"/>
            <p:cNvSpPr/>
            <p:nvPr/>
          </p:nvSpPr>
          <p:spPr>
            <a:xfrm>
              <a:off x="2413875" y="4003575"/>
              <a:ext cx="448300" cy="448300"/>
            </a:xfrm>
            <a:custGeom>
              <a:rect b="b" l="l" r="r" t="t"/>
              <a:pathLst>
                <a:path extrusionOk="0" h="17932" w="17932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3"/>
            <p:cNvSpPr/>
            <p:nvPr/>
          </p:nvSpPr>
          <p:spPr>
            <a:xfrm>
              <a:off x="2406475" y="3996175"/>
              <a:ext cx="463075" cy="463100"/>
            </a:xfrm>
            <a:custGeom>
              <a:rect b="b" l="l" r="r" t="t"/>
              <a:pathLst>
                <a:path extrusionOk="0" h="18524" w="18523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3"/>
            <p:cNvSpPr/>
            <p:nvPr/>
          </p:nvSpPr>
          <p:spPr>
            <a:xfrm>
              <a:off x="1636575" y="3993425"/>
              <a:ext cx="469550" cy="468625"/>
            </a:xfrm>
            <a:custGeom>
              <a:rect b="b" l="l" r="r" t="t"/>
              <a:pathLst>
                <a:path extrusionOk="0" h="18745" w="18782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p3"/>
            <p:cNvSpPr/>
            <p:nvPr/>
          </p:nvSpPr>
          <p:spPr>
            <a:xfrm>
              <a:off x="1629175" y="3985100"/>
              <a:ext cx="484325" cy="485250"/>
            </a:xfrm>
            <a:custGeom>
              <a:rect b="b" l="l" r="r" t="t"/>
              <a:pathLst>
                <a:path extrusionOk="0" h="19410" w="19373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p3"/>
            <p:cNvSpPr/>
            <p:nvPr/>
          </p:nvSpPr>
          <p:spPr>
            <a:xfrm>
              <a:off x="1740075" y="4096925"/>
              <a:ext cx="262525" cy="262525"/>
            </a:xfrm>
            <a:custGeom>
              <a:rect b="b" l="l" r="r" t="t"/>
              <a:pathLst>
                <a:path extrusionOk="0" h="10501" w="10501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p3"/>
            <p:cNvSpPr/>
            <p:nvPr/>
          </p:nvSpPr>
          <p:spPr>
            <a:xfrm>
              <a:off x="1732700" y="4088600"/>
              <a:ext cx="277300" cy="278250"/>
            </a:xfrm>
            <a:custGeom>
              <a:rect b="b" l="l" r="r" t="t"/>
              <a:pathLst>
                <a:path extrusionOk="0" h="11130" w="11092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3"/>
            <p:cNvSpPr/>
            <p:nvPr/>
          </p:nvSpPr>
          <p:spPr>
            <a:xfrm>
              <a:off x="1304750" y="4090450"/>
              <a:ext cx="274525" cy="274550"/>
            </a:xfrm>
            <a:custGeom>
              <a:rect b="b" l="l" r="r" t="t"/>
              <a:pathLst>
                <a:path extrusionOk="0" h="10982" w="10981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p3"/>
            <p:cNvSpPr/>
            <p:nvPr/>
          </p:nvSpPr>
          <p:spPr>
            <a:xfrm>
              <a:off x="1297350" y="4083075"/>
              <a:ext cx="290250" cy="289300"/>
            </a:xfrm>
            <a:custGeom>
              <a:rect b="b" l="l" r="r" t="t"/>
              <a:pathLst>
                <a:path extrusionOk="0" h="11572" w="1161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3"/>
            <p:cNvSpPr/>
            <p:nvPr/>
          </p:nvSpPr>
          <p:spPr>
            <a:xfrm>
              <a:off x="1364825" y="4150550"/>
              <a:ext cx="154375" cy="154375"/>
            </a:xfrm>
            <a:custGeom>
              <a:rect b="b" l="l" r="r" t="t"/>
              <a:pathLst>
                <a:path extrusionOk="0" h="6175" w="6175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3"/>
            <p:cNvSpPr/>
            <p:nvPr/>
          </p:nvSpPr>
          <p:spPr>
            <a:xfrm>
              <a:off x="1357450" y="4143150"/>
              <a:ext cx="169150" cy="169150"/>
            </a:xfrm>
            <a:custGeom>
              <a:rect b="b" l="l" r="r" t="t"/>
              <a:pathLst>
                <a:path extrusionOk="0" h="6766" w="6766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3"/>
            <p:cNvSpPr/>
            <p:nvPr/>
          </p:nvSpPr>
          <p:spPr>
            <a:xfrm>
              <a:off x="1150400" y="4228175"/>
              <a:ext cx="1488100" cy="25"/>
            </a:xfrm>
            <a:custGeom>
              <a:rect b="b" l="l" r="r" t="t"/>
              <a:pathLst>
                <a:path extrusionOk="0" h="1" w="59524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3"/>
            <p:cNvSpPr/>
            <p:nvPr/>
          </p:nvSpPr>
          <p:spPr>
            <a:xfrm>
              <a:off x="1143000" y="4219850"/>
              <a:ext cx="1502900" cy="15750"/>
            </a:xfrm>
            <a:custGeom>
              <a:rect b="b" l="l" r="r" t="t"/>
              <a:pathLst>
                <a:path extrusionOk="0" h="630" w="60116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3"/>
            <p:cNvSpPr/>
            <p:nvPr/>
          </p:nvSpPr>
          <p:spPr>
            <a:xfrm>
              <a:off x="2662500" y="939625"/>
              <a:ext cx="943700" cy="739450"/>
            </a:xfrm>
            <a:custGeom>
              <a:rect b="b" l="l" r="r" t="t"/>
              <a:pathLst>
                <a:path extrusionOk="0" h="29578" w="37748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3"/>
            <p:cNvSpPr/>
            <p:nvPr/>
          </p:nvSpPr>
          <p:spPr>
            <a:xfrm>
              <a:off x="2752150" y="1489575"/>
              <a:ext cx="854050" cy="189500"/>
            </a:xfrm>
            <a:custGeom>
              <a:rect b="b" l="l" r="r" t="t"/>
              <a:pathLst>
                <a:path extrusionOk="0" h="7580" w="34162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3"/>
            <p:cNvSpPr/>
            <p:nvPr/>
          </p:nvSpPr>
          <p:spPr>
            <a:xfrm>
              <a:off x="2662500" y="1694750"/>
              <a:ext cx="943700" cy="74900"/>
            </a:xfrm>
            <a:custGeom>
              <a:rect b="b" l="l" r="r" t="t"/>
              <a:pathLst>
                <a:path extrusionOk="0" h="2996" w="37748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3"/>
            <p:cNvSpPr/>
            <p:nvPr/>
          </p:nvSpPr>
          <p:spPr>
            <a:xfrm>
              <a:off x="2662500" y="1679050"/>
              <a:ext cx="943700" cy="15725"/>
            </a:xfrm>
            <a:custGeom>
              <a:rect b="b" l="l" r="r" t="t"/>
              <a:pathLst>
                <a:path extrusionOk="0" h="629" w="37748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p3"/>
            <p:cNvSpPr/>
            <p:nvPr/>
          </p:nvSpPr>
          <p:spPr>
            <a:xfrm>
              <a:off x="2655100" y="932250"/>
              <a:ext cx="959425" cy="844800"/>
            </a:xfrm>
            <a:custGeom>
              <a:rect b="b" l="l" r="r" t="t"/>
              <a:pathLst>
                <a:path extrusionOk="0" h="33792" w="38377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p3"/>
            <p:cNvSpPr/>
            <p:nvPr/>
          </p:nvSpPr>
          <p:spPr>
            <a:xfrm>
              <a:off x="2662500" y="939625"/>
              <a:ext cx="943700" cy="141450"/>
            </a:xfrm>
            <a:custGeom>
              <a:rect b="b" l="l" r="r" t="t"/>
              <a:pathLst>
                <a:path extrusionOk="0" h="5658" w="37748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3"/>
            <p:cNvSpPr/>
            <p:nvPr/>
          </p:nvSpPr>
          <p:spPr>
            <a:xfrm>
              <a:off x="2655100" y="932250"/>
              <a:ext cx="959425" cy="156225"/>
            </a:xfrm>
            <a:custGeom>
              <a:rect b="b" l="l" r="r" t="t"/>
              <a:pathLst>
                <a:path extrusionOk="0" h="6249" w="38377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p3"/>
            <p:cNvSpPr/>
            <p:nvPr/>
          </p:nvSpPr>
          <p:spPr>
            <a:xfrm>
              <a:off x="2942550" y="1191950"/>
              <a:ext cx="389150" cy="389150"/>
            </a:xfrm>
            <a:custGeom>
              <a:rect b="b" l="l" r="r" t="t"/>
              <a:pathLst>
                <a:path extrusionOk="0" h="15566" w="15566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p3"/>
            <p:cNvSpPr/>
            <p:nvPr/>
          </p:nvSpPr>
          <p:spPr>
            <a:xfrm>
              <a:off x="2935150" y="1183650"/>
              <a:ext cx="404850" cy="404850"/>
            </a:xfrm>
            <a:custGeom>
              <a:rect b="b" l="l" r="r" t="t"/>
              <a:pathLst>
                <a:path extrusionOk="0" h="16194" w="16194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p3"/>
            <p:cNvSpPr/>
            <p:nvPr/>
          </p:nvSpPr>
          <p:spPr>
            <a:xfrm>
              <a:off x="3046075" y="1257575"/>
              <a:ext cx="228325" cy="263450"/>
            </a:xfrm>
            <a:custGeom>
              <a:rect b="b" l="l" r="r" t="t"/>
              <a:pathLst>
                <a:path extrusionOk="0" h="10538" w="9133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p3"/>
            <p:cNvSpPr/>
            <p:nvPr/>
          </p:nvSpPr>
          <p:spPr>
            <a:xfrm>
              <a:off x="3038675" y="1250425"/>
              <a:ext cx="243100" cy="278675"/>
            </a:xfrm>
            <a:custGeom>
              <a:rect b="b" l="l" r="r" t="t"/>
              <a:pathLst>
                <a:path extrusionOk="0" h="11147" w="9724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6" name="Google Shape;2096;p3"/>
          <p:cNvGrpSpPr/>
          <p:nvPr/>
        </p:nvGrpSpPr>
        <p:grpSpPr>
          <a:xfrm>
            <a:off x="224538" y="1039684"/>
            <a:ext cx="780220" cy="902505"/>
            <a:chOff x="731647" y="573573"/>
            <a:chExt cx="635100" cy="734640"/>
          </a:xfrm>
        </p:grpSpPr>
        <p:grpSp>
          <p:nvGrpSpPr>
            <p:cNvPr id="2097" name="Google Shape;2097;p3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098" name="Google Shape;2098;p3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cap="flat" cmpd="sng" w="11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9" name="Google Shape;2099;p3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117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0" name="Google Shape;2100;p3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01" name="Google Shape;2101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2" name="Google Shape;2102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3" name="Google Shape;2103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04" name="Google Shape;2104;p3"/>
          <p:cNvGrpSpPr/>
          <p:nvPr/>
        </p:nvGrpSpPr>
        <p:grpSpPr>
          <a:xfrm>
            <a:off x="208809" y="2283992"/>
            <a:ext cx="780220" cy="901094"/>
            <a:chOff x="731647" y="1650460"/>
            <a:chExt cx="635100" cy="733491"/>
          </a:xfrm>
        </p:grpSpPr>
        <p:grpSp>
          <p:nvGrpSpPr>
            <p:cNvPr id="2105" name="Google Shape;2105;p3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06" name="Google Shape;2106;p3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11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7" name="Google Shape;2107;p3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11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8" name="Google Shape;2108;p3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09" name="Google Shape;2109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0" name="Google Shape;2110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1" name="Google Shape;2111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12" name="Google Shape;2112;p3"/>
          <p:cNvSpPr txBox="1"/>
          <p:nvPr>
            <p:ph type="title"/>
          </p:nvPr>
        </p:nvSpPr>
        <p:spPr>
          <a:xfrm>
            <a:off x="3145875" y="105208"/>
            <a:ext cx="57084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User stories (Goals)</a:t>
            </a:r>
            <a:endParaRPr/>
          </a:p>
        </p:txBody>
      </p:sp>
      <p:sp>
        <p:nvSpPr>
          <p:cNvPr id="2113" name="Google Shape;2113;p3"/>
          <p:cNvSpPr txBox="1"/>
          <p:nvPr>
            <p:ph idx="3" type="subTitle"/>
          </p:nvPr>
        </p:nvSpPr>
        <p:spPr>
          <a:xfrm>
            <a:off x="1004755" y="987389"/>
            <a:ext cx="4555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latin typeface="Fjalla One"/>
                <a:ea typeface="Fjalla One"/>
                <a:cs typeface="Fjalla One"/>
                <a:sym typeface="Fjalla One"/>
              </a:rPr>
              <a:t>Project </a:t>
            </a:r>
            <a:r>
              <a:rPr lang="en" sz="1600">
                <a:latin typeface="Fjalla One"/>
                <a:ea typeface="Fjalla One"/>
                <a:cs typeface="Fjalla One"/>
                <a:sym typeface="Fjalla One"/>
              </a:rPr>
              <a:t>Architecture (Update)</a:t>
            </a:r>
            <a:endParaRPr sz="2300"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114" name="Google Shape;2114;p3"/>
          <p:cNvSpPr txBox="1"/>
          <p:nvPr>
            <p:ph idx="4" type="subTitle"/>
          </p:nvPr>
        </p:nvSpPr>
        <p:spPr>
          <a:xfrm>
            <a:off x="1004742" y="1287011"/>
            <a:ext cx="3701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Discussed and decided what </a:t>
            </a:r>
            <a:r>
              <a:rPr lang="en" sz="1500"/>
              <a:t>architecture</a:t>
            </a:r>
            <a:r>
              <a:rPr lang="en" sz="1500"/>
              <a:t> we want to organize into (client server vs. layered)</a:t>
            </a:r>
            <a:endParaRPr sz="1500"/>
          </a:p>
        </p:txBody>
      </p:sp>
      <p:sp>
        <p:nvSpPr>
          <p:cNvPr id="2115" name="Google Shape;2115;p3"/>
          <p:cNvSpPr txBox="1"/>
          <p:nvPr>
            <p:ph idx="5" type="subTitle"/>
          </p:nvPr>
        </p:nvSpPr>
        <p:spPr>
          <a:xfrm>
            <a:off x="989036" y="2164543"/>
            <a:ext cx="4233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latin typeface="Fjalla One"/>
                <a:ea typeface="Fjalla One"/>
                <a:cs typeface="Fjalla One"/>
                <a:sym typeface="Fjalla One"/>
              </a:rPr>
              <a:t>Optimization</a:t>
            </a:r>
            <a:endParaRPr sz="2300"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116" name="Google Shape;2116;p3"/>
          <p:cNvSpPr txBox="1"/>
          <p:nvPr>
            <p:ph idx="6" type="subTitle"/>
          </p:nvPr>
        </p:nvSpPr>
        <p:spPr>
          <a:xfrm>
            <a:off x="989037" y="2448019"/>
            <a:ext cx="3701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0000"/>
                </a:solidFill>
              </a:rPr>
              <a:t>Code in Job Postings has been optimized, faster runtime and less code</a:t>
            </a:r>
            <a:endParaRPr sz="2000"/>
          </a:p>
        </p:txBody>
      </p:sp>
      <p:sp>
        <p:nvSpPr>
          <p:cNvPr id="2117" name="Google Shape;2117;p3"/>
          <p:cNvSpPr txBox="1"/>
          <p:nvPr>
            <p:ph idx="9" type="title"/>
          </p:nvPr>
        </p:nvSpPr>
        <p:spPr>
          <a:xfrm>
            <a:off x="325470" y="1222479"/>
            <a:ext cx="561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2325" lIns="112325" spcFirstLastPara="1" rIns="112325" wrap="square" tIns="1123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57"/>
              <a:buNone/>
            </a:pPr>
            <a:r>
              <a:rPr lang="en" sz="2456"/>
              <a:t>01</a:t>
            </a:r>
            <a:endParaRPr sz="2456"/>
          </a:p>
        </p:txBody>
      </p:sp>
      <p:sp>
        <p:nvSpPr>
          <p:cNvPr id="2118" name="Google Shape;2118;p3"/>
          <p:cNvSpPr txBox="1"/>
          <p:nvPr>
            <p:ph idx="13" type="title"/>
          </p:nvPr>
        </p:nvSpPr>
        <p:spPr>
          <a:xfrm>
            <a:off x="309741" y="2453629"/>
            <a:ext cx="561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2325" lIns="112325" spcFirstLastPara="1" rIns="112325" wrap="square" tIns="1123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57"/>
              <a:buNone/>
            </a:pPr>
            <a:r>
              <a:rPr lang="en" sz="2456"/>
              <a:t>02</a:t>
            </a:r>
            <a:endParaRPr sz="2456"/>
          </a:p>
        </p:txBody>
      </p:sp>
      <p:grpSp>
        <p:nvGrpSpPr>
          <p:cNvPr id="2119" name="Google Shape;2119;p3"/>
          <p:cNvGrpSpPr/>
          <p:nvPr/>
        </p:nvGrpSpPr>
        <p:grpSpPr>
          <a:xfrm>
            <a:off x="193079" y="3481924"/>
            <a:ext cx="780220" cy="902927"/>
            <a:chOff x="731647" y="2728277"/>
            <a:chExt cx="635100" cy="734983"/>
          </a:xfrm>
        </p:grpSpPr>
        <p:grpSp>
          <p:nvGrpSpPr>
            <p:cNvPr id="2120" name="Google Shape;2120;p3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1" name="Google Shape;2121;p3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11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2" name="Google Shape;2122;p3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11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3" name="Google Shape;2123;p3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4" name="Google Shape;2124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5" name="Google Shape;2125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6" name="Google Shape;2126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27" name="Google Shape;2127;p3"/>
          <p:cNvSpPr txBox="1"/>
          <p:nvPr>
            <p:ph idx="7" type="subTitle"/>
          </p:nvPr>
        </p:nvSpPr>
        <p:spPr>
          <a:xfrm>
            <a:off x="1016918" y="3341739"/>
            <a:ext cx="3432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600">
                <a:latin typeface="Fjalla One"/>
                <a:ea typeface="Fjalla One"/>
                <a:cs typeface="Fjalla One"/>
                <a:sym typeface="Fjalla One"/>
              </a:rPr>
              <a:t>CI/CD Integration (updated)</a:t>
            </a:r>
            <a:endParaRPr sz="2300"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128" name="Google Shape;2128;p3"/>
          <p:cNvSpPr txBox="1"/>
          <p:nvPr>
            <p:ph idx="8" type="subTitle"/>
          </p:nvPr>
        </p:nvSpPr>
        <p:spPr>
          <a:xfrm>
            <a:off x="973308" y="3612750"/>
            <a:ext cx="32496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0000"/>
                </a:solidFill>
              </a:rPr>
              <a:t>Interaged CI testing and planning to integrate E2E testing, refined linters </a:t>
            </a:r>
            <a:endParaRPr sz="1500"/>
          </a:p>
        </p:txBody>
      </p:sp>
      <p:sp>
        <p:nvSpPr>
          <p:cNvPr id="2129" name="Google Shape;2129;p3"/>
          <p:cNvSpPr txBox="1"/>
          <p:nvPr>
            <p:ph idx="14" type="title"/>
          </p:nvPr>
        </p:nvSpPr>
        <p:spPr>
          <a:xfrm>
            <a:off x="294011" y="3668721"/>
            <a:ext cx="561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2325" lIns="112325" spcFirstLastPara="1" rIns="112325" wrap="square" tIns="1123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57"/>
              <a:buNone/>
            </a:pPr>
            <a:r>
              <a:rPr lang="en" sz="2456"/>
              <a:t>03</a:t>
            </a:r>
            <a:endParaRPr sz="2456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8"/>
          <p:cNvSpPr txBox="1"/>
          <p:nvPr>
            <p:ph type="title"/>
          </p:nvPr>
        </p:nvSpPr>
        <p:spPr>
          <a:xfrm>
            <a:off x="1823475" y="338325"/>
            <a:ext cx="601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Architecture Snapshot (Before | Sprint 2 )</a:t>
            </a:r>
            <a:endParaRPr/>
          </a:p>
        </p:txBody>
      </p:sp>
      <p:pic>
        <p:nvPicPr>
          <p:cNvPr id="2135" name="Google Shape;2135;p8" title="Screenshot 2025-11-03 2050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8500" y="1359325"/>
            <a:ext cx="6895100" cy="301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g38c4b241a58_0_0"/>
          <p:cNvSpPr txBox="1"/>
          <p:nvPr>
            <p:ph type="title"/>
          </p:nvPr>
        </p:nvSpPr>
        <p:spPr>
          <a:xfrm>
            <a:off x="1823475" y="338325"/>
            <a:ext cx="575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Architecture Snapshot (After | Sprint 3)</a:t>
            </a:r>
            <a:endParaRPr/>
          </a:p>
        </p:txBody>
      </p:sp>
      <p:pic>
        <p:nvPicPr>
          <p:cNvPr id="2141" name="Google Shape;2141;g38c4b241a5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750" y="999325"/>
            <a:ext cx="6906023" cy="3927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g3a036cb96e3_0_0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CI/CD Dependencies</a:t>
            </a:r>
            <a:endParaRPr/>
          </a:p>
        </p:txBody>
      </p:sp>
      <p:pic>
        <p:nvPicPr>
          <p:cNvPr id="2147" name="Google Shape;2147;g3a036cb96e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7700" y="1730013"/>
            <a:ext cx="3715025" cy="23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8" name="Google Shape;2148;g3a036cb96e3_0_0"/>
          <p:cNvSpPr txBox="1"/>
          <p:nvPr>
            <p:ph idx="1" type="subTitle"/>
          </p:nvPr>
        </p:nvSpPr>
        <p:spPr>
          <a:xfrm>
            <a:off x="866850" y="1253700"/>
            <a:ext cx="4098900" cy="3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jalla One"/>
              <a:buChar char="●"/>
            </a:pPr>
            <a:r>
              <a:rPr lang="en" sz="2000" u="sng">
                <a:solidFill>
                  <a:schemeClr val="hlink"/>
                </a:solidFill>
                <a:latin typeface="Fjalla One"/>
                <a:ea typeface="Fjalla One"/>
                <a:cs typeface="Fjalla One"/>
                <a:sym typeface="Fjalla One"/>
                <a:hlinkClick r:id="rId4"/>
              </a:rPr>
              <a:t>node.js</a:t>
            </a:r>
            <a:r>
              <a:rPr lang="en" sz="2000">
                <a:latin typeface="Fjalla One"/>
                <a:ea typeface="Fjalla One"/>
                <a:cs typeface="Fjalla One"/>
                <a:sym typeface="Fjalla One"/>
              </a:rPr>
              <a:t>.yml - runs the </a:t>
            </a:r>
            <a:r>
              <a:rPr lang="en" sz="2000">
                <a:latin typeface="Fjalla One"/>
                <a:ea typeface="Fjalla One"/>
                <a:cs typeface="Fjalla One"/>
                <a:sym typeface="Fjalla One"/>
              </a:rPr>
              <a:t>initial</a:t>
            </a:r>
            <a:r>
              <a:rPr lang="en" sz="2000">
                <a:latin typeface="Fjalla One"/>
                <a:ea typeface="Fjalla One"/>
                <a:cs typeface="Fjalla One"/>
                <a:sym typeface="Fjalla One"/>
              </a:rPr>
              <a:t> frontend setup</a:t>
            </a:r>
            <a:endParaRPr sz="2000">
              <a:latin typeface="Fjalla One"/>
              <a:ea typeface="Fjalla One"/>
              <a:cs typeface="Fjalla One"/>
              <a:sym typeface="Fjalla One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jalla One"/>
              <a:buChar char="○"/>
            </a:pPr>
            <a:r>
              <a:rPr lang="en" sz="2000">
                <a:latin typeface="Fjalla One"/>
                <a:ea typeface="Fjalla One"/>
                <a:cs typeface="Fjalla One"/>
                <a:sym typeface="Fjalla One"/>
              </a:rPr>
              <a:t>Cd loginpage, npm install, etc)</a:t>
            </a:r>
            <a:endParaRPr sz="2000">
              <a:latin typeface="Fjalla One"/>
              <a:ea typeface="Fjalla One"/>
              <a:cs typeface="Fjalla One"/>
              <a:sym typeface="Fjalla On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jalla One"/>
              <a:buChar char="●"/>
            </a:pPr>
            <a:r>
              <a:rPr lang="en" sz="2000">
                <a:latin typeface="Fjalla One"/>
                <a:ea typeface="Fjalla One"/>
                <a:cs typeface="Fjalla One"/>
                <a:sym typeface="Fjalla One"/>
              </a:rPr>
              <a:t> Super-linter.yml - the all project linter, catches secrets file, checks javascript standards, etc</a:t>
            </a:r>
            <a:endParaRPr sz="2000">
              <a:latin typeface="Fjalla One"/>
              <a:ea typeface="Fjalla One"/>
              <a:cs typeface="Fjalla One"/>
              <a:sym typeface="Fjalla One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jalla One"/>
              <a:buChar char="●"/>
            </a:pPr>
            <a:r>
              <a:rPr lang="en" sz="2000">
                <a:latin typeface="Fjalla One"/>
                <a:ea typeface="Fjalla One"/>
                <a:cs typeface="Fjalla One"/>
                <a:sym typeface="Fjalla One"/>
              </a:rPr>
              <a:t>Qodana.yaml - Jetbrains linter (shows all the errors in a pretty GUI) </a:t>
            </a:r>
            <a:endParaRPr sz="2000"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p9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Links to Demo/Github</a:t>
            </a:r>
            <a:endParaRPr/>
          </a:p>
        </p:txBody>
      </p:sp>
      <p:sp>
        <p:nvSpPr>
          <p:cNvPr id="2154" name="Google Shape;2154;p9"/>
          <p:cNvSpPr txBox="1"/>
          <p:nvPr/>
        </p:nvSpPr>
        <p:spPr>
          <a:xfrm>
            <a:off x="3175725" y="2172475"/>
            <a:ext cx="2792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" sz="4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Github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8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p29"/>
          <p:cNvSpPr txBox="1"/>
          <p:nvPr>
            <p:ph type="title"/>
          </p:nvPr>
        </p:nvSpPr>
        <p:spPr>
          <a:xfrm>
            <a:off x="2105425" y="1697448"/>
            <a:ext cx="49377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7200"/>
              <a:t>Thanks!</a:t>
            </a:r>
            <a:endParaRPr sz="7200"/>
          </a:p>
        </p:txBody>
      </p:sp>
      <p:grpSp>
        <p:nvGrpSpPr>
          <p:cNvPr id="2160" name="Google Shape;2160;p29"/>
          <p:cNvGrpSpPr/>
          <p:nvPr/>
        </p:nvGrpSpPr>
        <p:grpSpPr>
          <a:xfrm>
            <a:off x="3733763" y="3221625"/>
            <a:ext cx="1681025" cy="338359"/>
            <a:chOff x="3733763" y="3183525"/>
            <a:chExt cx="1681025" cy="338359"/>
          </a:xfrm>
        </p:grpSpPr>
        <p:sp>
          <p:nvSpPr>
            <p:cNvPr id="2161" name="Google Shape;2161;p29"/>
            <p:cNvSpPr/>
            <p:nvPr/>
          </p:nvSpPr>
          <p:spPr>
            <a:xfrm>
              <a:off x="3733763" y="3183525"/>
              <a:ext cx="338345" cy="338295"/>
            </a:xfrm>
            <a:custGeom>
              <a:rect b="b" l="l" r="r" t="t"/>
              <a:pathLst>
                <a:path extrusionOk="0" h="19982" w="19982">
                  <a:moveTo>
                    <a:pt x="14602" y="3500"/>
                  </a:moveTo>
                  <a:cubicBezTo>
                    <a:pt x="15137" y="3500"/>
                    <a:pt x="15682" y="3563"/>
                    <a:pt x="16247" y="3689"/>
                  </a:cubicBezTo>
                  <a:cubicBezTo>
                    <a:pt x="16179" y="4154"/>
                    <a:pt x="16095" y="4705"/>
                    <a:pt x="16033" y="5120"/>
                  </a:cubicBezTo>
                  <a:cubicBezTo>
                    <a:pt x="15810" y="5075"/>
                    <a:pt x="15484" y="5035"/>
                    <a:pt x="15150" y="5035"/>
                  </a:cubicBezTo>
                  <a:cubicBezTo>
                    <a:pt x="14968" y="5035"/>
                    <a:pt x="14783" y="5047"/>
                    <a:pt x="14611" y="5076"/>
                  </a:cubicBezTo>
                  <a:cubicBezTo>
                    <a:pt x="13536" y="5258"/>
                    <a:pt x="12918" y="5925"/>
                    <a:pt x="12918" y="6907"/>
                  </a:cubicBezTo>
                  <a:lnTo>
                    <a:pt x="12918" y="8819"/>
                  </a:lnTo>
                  <a:cubicBezTo>
                    <a:pt x="12918" y="9143"/>
                    <a:pt x="13180" y="9405"/>
                    <a:pt x="13504" y="9405"/>
                  </a:cubicBezTo>
                  <a:lnTo>
                    <a:pt x="15681" y="9405"/>
                  </a:lnTo>
                  <a:lnTo>
                    <a:pt x="15388" y="10576"/>
                  </a:lnTo>
                  <a:lnTo>
                    <a:pt x="13504" y="10576"/>
                  </a:lnTo>
                  <a:cubicBezTo>
                    <a:pt x="13180" y="10576"/>
                    <a:pt x="12918" y="10838"/>
                    <a:pt x="12918" y="11161"/>
                  </a:cubicBezTo>
                  <a:lnTo>
                    <a:pt x="12918" y="18811"/>
                  </a:lnTo>
                  <a:lnTo>
                    <a:pt x="11162" y="18811"/>
                  </a:lnTo>
                  <a:lnTo>
                    <a:pt x="11162" y="11161"/>
                  </a:lnTo>
                  <a:cubicBezTo>
                    <a:pt x="11162" y="10838"/>
                    <a:pt x="10900" y="10576"/>
                    <a:pt x="10576" y="10576"/>
                  </a:cubicBezTo>
                  <a:lnTo>
                    <a:pt x="9407" y="10576"/>
                  </a:lnTo>
                  <a:lnTo>
                    <a:pt x="9407" y="9405"/>
                  </a:lnTo>
                  <a:lnTo>
                    <a:pt x="10576" y="9405"/>
                  </a:lnTo>
                  <a:cubicBezTo>
                    <a:pt x="10900" y="9405"/>
                    <a:pt x="11162" y="9143"/>
                    <a:pt x="11162" y="8821"/>
                  </a:cubicBezTo>
                  <a:cubicBezTo>
                    <a:pt x="11162" y="7215"/>
                    <a:pt x="11162" y="6481"/>
                    <a:pt x="11162" y="6143"/>
                  </a:cubicBezTo>
                  <a:cubicBezTo>
                    <a:pt x="11162" y="5520"/>
                    <a:pt x="11163" y="4843"/>
                    <a:pt x="11770" y="4324"/>
                  </a:cubicBezTo>
                  <a:cubicBezTo>
                    <a:pt x="12234" y="3928"/>
                    <a:pt x="12823" y="3687"/>
                    <a:pt x="13628" y="3571"/>
                  </a:cubicBezTo>
                  <a:cubicBezTo>
                    <a:pt x="13950" y="3524"/>
                    <a:pt x="14274" y="3500"/>
                    <a:pt x="14602" y="3500"/>
                  </a:cubicBezTo>
                  <a:close/>
                  <a:moveTo>
                    <a:pt x="17017" y="1170"/>
                  </a:moveTo>
                  <a:cubicBezTo>
                    <a:pt x="17990" y="1170"/>
                    <a:pt x="18811" y="1975"/>
                    <a:pt x="18811" y="2927"/>
                  </a:cubicBezTo>
                  <a:lnTo>
                    <a:pt x="18811" y="17056"/>
                  </a:lnTo>
                  <a:cubicBezTo>
                    <a:pt x="18811" y="18023"/>
                    <a:pt x="18024" y="18811"/>
                    <a:pt x="17056" y="18811"/>
                  </a:cubicBezTo>
                  <a:lnTo>
                    <a:pt x="14089" y="18811"/>
                  </a:lnTo>
                  <a:lnTo>
                    <a:pt x="14089" y="11747"/>
                  </a:lnTo>
                  <a:lnTo>
                    <a:pt x="15846" y="11747"/>
                  </a:lnTo>
                  <a:cubicBezTo>
                    <a:pt x="16115" y="11747"/>
                    <a:pt x="16348" y="11565"/>
                    <a:pt x="16414" y="11305"/>
                  </a:cubicBezTo>
                  <a:lnTo>
                    <a:pt x="16999" y="8963"/>
                  </a:lnTo>
                  <a:cubicBezTo>
                    <a:pt x="17042" y="8787"/>
                    <a:pt x="17003" y="8602"/>
                    <a:pt x="16893" y="8460"/>
                  </a:cubicBezTo>
                  <a:cubicBezTo>
                    <a:pt x="16782" y="8317"/>
                    <a:pt x="16612" y="8235"/>
                    <a:pt x="16431" y="8235"/>
                  </a:cubicBezTo>
                  <a:lnTo>
                    <a:pt x="14089" y="8235"/>
                  </a:lnTo>
                  <a:lnTo>
                    <a:pt x="14089" y="6909"/>
                  </a:lnTo>
                  <a:cubicBezTo>
                    <a:pt x="14089" y="6638"/>
                    <a:pt x="14144" y="6343"/>
                    <a:pt x="14808" y="6229"/>
                  </a:cubicBezTo>
                  <a:cubicBezTo>
                    <a:pt x="14936" y="6208"/>
                    <a:pt x="15061" y="6199"/>
                    <a:pt x="15182" y="6199"/>
                  </a:cubicBezTo>
                  <a:cubicBezTo>
                    <a:pt x="15552" y="6199"/>
                    <a:pt x="15890" y="6283"/>
                    <a:pt x="16198" y="6360"/>
                  </a:cubicBezTo>
                  <a:cubicBezTo>
                    <a:pt x="16304" y="6387"/>
                    <a:pt x="16415" y="6421"/>
                    <a:pt x="16532" y="6421"/>
                  </a:cubicBezTo>
                  <a:cubicBezTo>
                    <a:pt x="16632" y="6421"/>
                    <a:pt x="16736" y="6396"/>
                    <a:pt x="16847" y="6321"/>
                  </a:cubicBezTo>
                  <a:cubicBezTo>
                    <a:pt x="16983" y="6229"/>
                    <a:pt x="17074" y="6084"/>
                    <a:pt x="17098" y="5923"/>
                  </a:cubicBezTo>
                  <a:cubicBezTo>
                    <a:pt x="17098" y="5923"/>
                    <a:pt x="17362" y="4156"/>
                    <a:pt x="17482" y="3339"/>
                  </a:cubicBezTo>
                  <a:cubicBezTo>
                    <a:pt x="17525" y="3049"/>
                    <a:pt x="17346" y="2769"/>
                    <a:pt x="17063" y="2690"/>
                  </a:cubicBezTo>
                  <a:cubicBezTo>
                    <a:pt x="16267" y="2463"/>
                    <a:pt x="15346" y="2343"/>
                    <a:pt x="14504" y="2343"/>
                  </a:cubicBezTo>
                  <a:cubicBezTo>
                    <a:pt x="14137" y="2343"/>
                    <a:pt x="13786" y="2365"/>
                    <a:pt x="13467" y="2412"/>
                  </a:cubicBezTo>
                  <a:cubicBezTo>
                    <a:pt x="12434" y="2562"/>
                    <a:pt x="11646" y="2888"/>
                    <a:pt x="11009" y="3434"/>
                  </a:cubicBezTo>
                  <a:cubicBezTo>
                    <a:pt x="10121" y="4193"/>
                    <a:pt x="10010" y="5168"/>
                    <a:pt x="9999" y="5833"/>
                  </a:cubicBezTo>
                  <a:cubicBezTo>
                    <a:pt x="9999" y="5847"/>
                    <a:pt x="9999" y="7029"/>
                    <a:pt x="9999" y="8235"/>
                  </a:cubicBezTo>
                  <a:lnTo>
                    <a:pt x="8821" y="8235"/>
                  </a:lnTo>
                  <a:cubicBezTo>
                    <a:pt x="8497" y="8235"/>
                    <a:pt x="8236" y="8497"/>
                    <a:pt x="8236" y="8819"/>
                  </a:cubicBezTo>
                  <a:lnTo>
                    <a:pt x="8236" y="11161"/>
                  </a:lnTo>
                  <a:cubicBezTo>
                    <a:pt x="8236" y="11485"/>
                    <a:pt x="8497" y="11747"/>
                    <a:pt x="8821" y="11747"/>
                  </a:cubicBezTo>
                  <a:lnTo>
                    <a:pt x="9991" y="11747"/>
                  </a:lnTo>
                  <a:lnTo>
                    <a:pt x="9991" y="18811"/>
                  </a:lnTo>
                  <a:lnTo>
                    <a:pt x="2927" y="18811"/>
                  </a:lnTo>
                  <a:cubicBezTo>
                    <a:pt x="1959" y="18811"/>
                    <a:pt x="1172" y="18023"/>
                    <a:pt x="1172" y="17054"/>
                  </a:cubicBezTo>
                  <a:lnTo>
                    <a:pt x="1172" y="2927"/>
                  </a:lnTo>
                  <a:cubicBezTo>
                    <a:pt x="1172" y="1959"/>
                    <a:pt x="1959" y="1170"/>
                    <a:pt x="2927" y="1170"/>
                  </a:cubicBezTo>
                  <a:close/>
                  <a:moveTo>
                    <a:pt x="2927" y="1"/>
                  </a:moveTo>
                  <a:cubicBezTo>
                    <a:pt x="1314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4" y="19982"/>
                    <a:pt x="2927" y="19982"/>
                  </a:cubicBezTo>
                  <a:lnTo>
                    <a:pt x="17054" y="19982"/>
                  </a:lnTo>
                  <a:cubicBezTo>
                    <a:pt x="18669" y="19982"/>
                    <a:pt x="19982" y="18669"/>
                    <a:pt x="19982" y="17056"/>
                  </a:cubicBezTo>
                  <a:lnTo>
                    <a:pt x="19982" y="2927"/>
                  </a:lnTo>
                  <a:cubicBezTo>
                    <a:pt x="19982" y="2145"/>
                    <a:pt x="19669" y="1409"/>
                    <a:pt x="19101" y="853"/>
                  </a:cubicBezTo>
                  <a:cubicBezTo>
                    <a:pt x="18538" y="303"/>
                    <a:pt x="17797" y="1"/>
                    <a:pt x="170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62" name="Google Shape;2162;p29"/>
            <p:cNvGrpSpPr/>
            <p:nvPr/>
          </p:nvGrpSpPr>
          <p:grpSpPr>
            <a:xfrm>
              <a:off x="4166051" y="3183552"/>
              <a:ext cx="338366" cy="338332"/>
              <a:chOff x="812101" y="2571761"/>
              <a:chExt cx="417066" cy="417024"/>
            </a:xfrm>
          </p:grpSpPr>
          <p:sp>
            <p:nvSpPr>
              <p:cNvPr id="2163" name="Google Shape;2163;p29"/>
              <p:cNvSpPr/>
              <p:nvPr/>
            </p:nvSpPr>
            <p:spPr>
              <a:xfrm>
                <a:off x="935084" y="2694744"/>
                <a:ext cx="171071" cy="171071"/>
              </a:xfrm>
              <a:custGeom>
                <a:rect b="b" l="l" r="r" t="t"/>
                <a:pathLst>
                  <a:path extrusionOk="0" h="8197" w="8197">
                    <a:moveTo>
                      <a:pt x="4099" y="1171"/>
                    </a:moveTo>
                    <a:cubicBezTo>
                      <a:pt x="5712" y="1171"/>
                      <a:pt x="7027" y="2484"/>
                      <a:pt x="7027" y="4097"/>
                    </a:cubicBezTo>
                    <a:cubicBezTo>
                      <a:pt x="7027" y="5712"/>
                      <a:pt x="5712" y="7025"/>
                      <a:pt x="4099" y="7025"/>
                    </a:cubicBezTo>
                    <a:cubicBezTo>
                      <a:pt x="2486" y="7025"/>
                      <a:pt x="1171" y="5712"/>
                      <a:pt x="1171" y="4097"/>
                    </a:cubicBezTo>
                    <a:cubicBezTo>
                      <a:pt x="1171" y="2484"/>
                      <a:pt x="2486" y="1171"/>
                      <a:pt x="4099" y="1171"/>
                    </a:cubicBezTo>
                    <a:close/>
                    <a:moveTo>
                      <a:pt x="4099" y="0"/>
                    </a:moveTo>
                    <a:cubicBezTo>
                      <a:pt x="1840" y="0"/>
                      <a:pt x="0" y="1838"/>
                      <a:pt x="0" y="4097"/>
                    </a:cubicBezTo>
                    <a:cubicBezTo>
                      <a:pt x="0" y="6358"/>
                      <a:pt x="1840" y="8196"/>
                      <a:pt x="4099" y="8196"/>
                    </a:cubicBezTo>
                    <a:cubicBezTo>
                      <a:pt x="6358" y="8196"/>
                      <a:pt x="8196" y="6358"/>
                      <a:pt x="8196" y="4097"/>
                    </a:cubicBezTo>
                    <a:cubicBezTo>
                      <a:pt x="8196" y="1838"/>
                      <a:pt x="6358" y="0"/>
                      <a:pt x="409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4" name="Google Shape;2164;p29"/>
              <p:cNvSpPr/>
              <p:nvPr/>
            </p:nvSpPr>
            <p:spPr>
              <a:xfrm>
                <a:off x="860977" y="2620616"/>
                <a:ext cx="319311" cy="319290"/>
              </a:xfrm>
              <a:custGeom>
                <a:rect b="b" l="l" r="r" t="t"/>
                <a:pathLst>
                  <a:path extrusionOk="0" h="15299" w="15300">
                    <a:moveTo>
                      <a:pt x="12333" y="1171"/>
                    </a:moveTo>
                    <a:cubicBezTo>
                      <a:pt x="13306" y="1171"/>
                      <a:pt x="14128" y="1994"/>
                      <a:pt x="14128" y="2967"/>
                    </a:cubicBezTo>
                    <a:lnTo>
                      <a:pt x="14128" y="12334"/>
                    </a:lnTo>
                    <a:cubicBezTo>
                      <a:pt x="14128" y="13307"/>
                      <a:pt x="13306" y="14129"/>
                      <a:pt x="12333" y="14129"/>
                    </a:cubicBezTo>
                    <a:lnTo>
                      <a:pt x="2968" y="14129"/>
                    </a:lnTo>
                    <a:cubicBezTo>
                      <a:pt x="1993" y="14129"/>
                      <a:pt x="1172" y="13307"/>
                      <a:pt x="1172" y="12334"/>
                    </a:cubicBezTo>
                    <a:lnTo>
                      <a:pt x="1172" y="2967"/>
                    </a:lnTo>
                    <a:cubicBezTo>
                      <a:pt x="1172" y="1994"/>
                      <a:pt x="1993" y="1171"/>
                      <a:pt x="2968" y="1171"/>
                    </a:cubicBezTo>
                    <a:close/>
                    <a:moveTo>
                      <a:pt x="2968" y="0"/>
                    </a:moveTo>
                    <a:cubicBezTo>
                      <a:pt x="1351" y="0"/>
                      <a:pt x="1" y="1346"/>
                      <a:pt x="1" y="2967"/>
                    </a:cubicBezTo>
                    <a:lnTo>
                      <a:pt x="1" y="12334"/>
                    </a:lnTo>
                    <a:cubicBezTo>
                      <a:pt x="1" y="13952"/>
                      <a:pt x="1349" y="15299"/>
                      <a:pt x="2968" y="15299"/>
                    </a:cubicBezTo>
                    <a:lnTo>
                      <a:pt x="12333" y="15299"/>
                    </a:lnTo>
                    <a:cubicBezTo>
                      <a:pt x="13953" y="15299"/>
                      <a:pt x="15299" y="13951"/>
                      <a:pt x="15299" y="12334"/>
                    </a:cubicBezTo>
                    <a:lnTo>
                      <a:pt x="15299" y="2967"/>
                    </a:lnTo>
                    <a:cubicBezTo>
                      <a:pt x="15299" y="1345"/>
                      <a:pt x="13948" y="0"/>
                      <a:pt x="12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5" name="Google Shape;2165;p29"/>
              <p:cNvSpPr/>
              <p:nvPr/>
            </p:nvSpPr>
            <p:spPr>
              <a:xfrm>
                <a:off x="812101" y="2571761"/>
                <a:ext cx="417066" cy="417024"/>
              </a:xfrm>
              <a:custGeom>
                <a:rect b="b" l="l" r="r" t="t"/>
                <a:pathLst>
                  <a:path extrusionOk="0" h="19982" w="19984">
                    <a:moveTo>
                      <a:pt x="17056" y="1172"/>
                    </a:moveTo>
                    <a:cubicBezTo>
                      <a:pt x="18025" y="1172"/>
                      <a:pt x="18812" y="1959"/>
                      <a:pt x="18812" y="2927"/>
                    </a:cubicBezTo>
                    <a:lnTo>
                      <a:pt x="18812" y="17056"/>
                    </a:lnTo>
                    <a:cubicBezTo>
                      <a:pt x="18812" y="18023"/>
                      <a:pt x="18025" y="18811"/>
                      <a:pt x="17056" y="18811"/>
                    </a:cubicBezTo>
                    <a:lnTo>
                      <a:pt x="2928" y="18811"/>
                    </a:lnTo>
                    <a:cubicBezTo>
                      <a:pt x="1961" y="18811"/>
                      <a:pt x="1172" y="18023"/>
                      <a:pt x="1172" y="17056"/>
                    </a:cubicBezTo>
                    <a:lnTo>
                      <a:pt x="1172" y="2927"/>
                    </a:lnTo>
                    <a:cubicBezTo>
                      <a:pt x="1172" y="1959"/>
                      <a:pt x="1961" y="1172"/>
                      <a:pt x="2928" y="1172"/>
                    </a:cubicBezTo>
                    <a:close/>
                    <a:moveTo>
                      <a:pt x="2928" y="1"/>
                    </a:moveTo>
                    <a:cubicBezTo>
                      <a:pt x="1313" y="1"/>
                      <a:pt x="1" y="1313"/>
                      <a:pt x="1" y="2927"/>
                    </a:cubicBezTo>
                    <a:lnTo>
                      <a:pt x="1" y="17056"/>
                    </a:lnTo>
                    <a:cubicBezTo>
                      <a:pt x="1" y="18669"/>
                      <a:pt x="1313" y="19982"/>
                      <a:pt x="2928" y="19982"/>
                    </a:cubicBezTo>
                    <a:lnTo>
                      <a:pt x="17056" y="19982"/>
                    </a:lnTo>
                    <a:cubicBezTo>
                      <a:pt x="18669" y="19982"/>
                      <a:pt x="19984" y="18669"/>
                      <a:pt x="19984" y="17056"/>
                    </a:cubicBezTo>
                    <a:lnTo>
                      <a:pt x="19984" y="2927"/>
                    </a:lnTo>
                    <a:cubicBezTo>
                      <a:pt x="19984" y="1313"/>
                      <a:pt x="18669" y="1"/>
                      <a:pt x="170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6" name="Google Shape;2166;p29"/>
              <p:cNvSpPr/>
              <p:nvPr/>
            </p:nvSpPr>
            <p:spPr>
              <a:xfrm>
                <a:off x="1081712" y="2670306"/>
                <a:ext cx="48878" cy="48898"/>
              </a:xfrm>
              <a:custGeom>
                <a:rect b="b" l="l" r="r" t="t"/>
                <a:pathLst>
                  <a:path extrusionOk="0" h="2343" w="2342">
                    <a:moveTo>
                      <a:pt x="1170" y="0"/>
                    </a:moveTo>
                    <a:cubicBezTo>
                      <a:pt x="524" y="0"/>
                      <a:pt x="1" y="526"/>
                      <a:pt x="1" y="1171"/>
                    </a:cubicBezTo>
                    <a:cubicBezTo>
                      <a:pt x="1" y="1817"/>
                      <a:pt x="524" y="2342"/>
                      <a:pt x="1170" y="2342"/>
                    </a:cubicBezTo>
                    <a:cubicBezTo>
                      <a:pt x="1816" y="2342"/>
                      <a:pt x="2341" y="1817"/>
                      <a:pt x="2341" y="1171"/>
                    </a:cubicBezTo>
                    <a:cubicBezTo>
                      <a:pt x="2341" y="526"/>
                      <a:pt x="1816" y="0"/>
                      <a:pt x="11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67" name="Google Shape;2167;p29"/>
            <p:cNvGrpSpPr/>
            <p:nvPr/>
          </p:nvGrpSpPr>
          <p:grpSpPr>
            <a:xfrm>
              <a:off x="4598397" y="3183552"/>
              <a:ext cx="338332" cy="338332"/>
              <a:chOff x="1323129" y="2571761"/>
              <a:chExt cx="417024" cy="417024"/>
            </a:xfrm>
          </p:grpSpPr>
          <p:sp>
            <p:nvSpPr>
              <p:cNvPr id="2168" name="Google Shape;2168;p29"/>
              <p:cNvSpPr/>
              <p:nvPr/>
            </p:nvSpPr>
            <p:spPr>
              <a:xfrm>
                <a:off x="1385007" y="2719183"/>
                <a:ext cx="73337" cy="219907"/>
              </a:xfrm>
              <a:custGeom>
                <a:rect b="b" l="l" r="r" t="t"/>
                <a:pathLst>
                  <a:path extrusionOk="0" h="10537" w="3514">
                    <a:moveTo>
                      <a:pt x="2342" y="1171"/>
                    </a:moveTo>
                    <a:lnTo>
                      <a:pt x="2342" y="9367"/>
                    </a:lnTo>
                    <a:lnTo>
                      <a:pt x="1171" y="9367"/>
                    </a:lnTo>
                    <a:lnTo>
                      <a:pt x="1171" y="1171"/>
                    </a:lnTo>
                    <a:close/>
                    <a:moveTo>
                      <a:pt x="586" y="0"/>
                    </a:moveTo>
                    <a:cubicBezTo>
                      <a:pt x="264" y="0"/>
                      <a:pt x="0" y="262"/>
                      <a:pt x="0" y="586"/>
                    </a:cubicBezTo>
                    <a:lnTo>
                      <a:pt x="0" y="9951"/>
                    </a:lnTo>
                    <a:cubicBezTo>
                      <a:pt x="0" y="10275"/>
                      <a:pt x="264" y="10537"/>
                      <a:pt x="586" y="10537"/>
                    </a:cubicBezTo>
                    <a:lnTo>
                      <a:pt x="2928" y="10537"/>
                    </a:lnTo>
                    <a:cubicBezTo>
                      <a:pt x="3252" y="10537"/>
                      <a:pt x="3514" y="10275"/>
                      <a:pt x="3514" y="9951"/>
                    </a:cubicBezTo>
                    <a:lnTo>
                      <a:pt x="3514" y="586"/>
                    </a:lnTo>
                    <a:cubicBezTo>
                      <a:pt x="3514" y="262"/>
                      <a:pt x="3252" y="0"/>
                      <a:pt x="29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9" name="Google Shape;2169;p29"/>
              <p:cNvSpPr/>
              <p:nvPr/>
            </p:nvSpPr>
            <p:spPr>
              <a:xfrm>
                <a:off x="1385007" y="2621430"/>
                <a:ext cx="73337" cy="73337"/>
              </a:xfrm>
              <a:custGeom>
                <a:rect b="b" l="l" r="r" t="t"/>
                <a:pathLst>
                  <a:path extrusionOk="0" h="3514" w="3514">
                    <a:moveTo>
                      <a:pt x="1757" y="1171"/>
                    </a:moveTo>
                    <a:cubicBezTo>
                      <a:pt x="2081" y="1171"/>
                      <a:pt x="2342" y="1435"/>
                      <a:pt x="2342" y="1757"/>
                    </a:cubicBezTo>
                    <a:cubicBezTo>
                      <a:pt x="2342" y="2080"/>
                      <a:pt x="2081" y="2342"/>
                      <a:pt x="1757" y="2342"/>
                    </a:cubicBezTo>
                    <a:cubicBezTo>
                      <a:pt x="1435" y="2342"/>
                      <a:pt x="1171" y="2080"/>
                      <a:pt x="1171" y="1757"/>
                    </a:cubicBezTo>
                    <a:cubicBezTo>
                      <a:pt x="1171" y="1435"/>
                      <a:pt x="1435" y="1171"/>
                      <a:pt x="1757" y="1171"/>
                    </a:cubicBezTo>
                    <a:close/>
                    <a:moveTo>
                      <a:pt x="1757" y="0"/>
                    </a:moveTo>
                    <a:cubicBezTo>
                      <a:pt x="789" y="0"/>
                      <a:pt x="0" y="789"/>
                      <a:pt x="0" y="1757"/>
                    </a:cubicBezTo>
                    <a:cubicBezTo>
                      <a:pt x="0" y="2726"/>
                      <a:pt x="789" y="3513"/>
                      <a:pt x="1757" y="3513"/>
                    </a:cubicBezTo>
                    <a:cubicBezTo>
                      <a:pt x="2726" y="3513"/>
                      <a:pt x="3514" y="2726"/>
                      <a:pt x="3514" y="1757"/>
                    </a:cubicBezTo>
                    <a:cubicBezTo>
                      <a:pt x="3514" y="789"/>
                      <a:pt x="2726" y="0"/>
                      <a:pt x="17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0" name="Google Shape;2170;p29"/>
              <p:cNvSpPr/>
              <p:nvPr/>
            </p:nvSpPr>
            <p:spPr>
              <a:xfrm>
                <a:off x="1482759" y="2718786"/>
                <a:ext cx="195510" cy="220304"/>
              </a:xfrm>
              <a:custGeom>
                <a:rect b="b" l="l" r="r" t="t"/>
                <a:pathLst>
                  <a:path extrusionOk="0" h="10556" w="9368">
                    <a:moveTo>
                      <a:pt x="5559" y="1173"/>
                    </a:moveTo>
                    <a:cubicBezTo>
                      <a:pt x="5720" y="1173"/>
                      <a:pt x="5883" y="1186"/>
                      <a:pt x="6044" y="1212"/>
                    </a:cubicBezTo>
                    <a:cubicBezTo>
                      <a:pt x="7422" y="1435"/>
                      <a:pt x="8196" y="2535"/>
                      <a:pt x="8196" y="3669"/>
                    </a:cubicBezTo>
                    <a:lnTo>
                      <a:pt x="8196" y="9386"/>
                    </a:lnTo>
                    <a:lnTo>
                      <a:pt x="7025" y="9386"/>
                    </a:lnTo>
                    <a:lnTo>
                      <a:pt x="7025" y="4702"/>
                    </a:lnTo>
                    <a:cubicBezTo>
                      <a:pt x="7025" y="3411"/>
                      <a:pt x="5975" y="2360"/>
                      <a:pt x="4683" y="2360"/>
                    </a:cubicBezTo>
                    <a:cubicBezTo>
                      <a:pt x="3392" y="2360"/>
                      <a:pt x="2341" y="3411"/>
                      <a:pt x="2341" y="4702"/>
                    </a:cubicBezTo>
                    <a:lnTo>
                      <a:pt x="2341" y="9386"/>
                    </a:lnTo>
                    <a:lnTo>
                      <a:pt x="1170" y="9386"/>
                    </a:lnTo>
                    <a:lnTo>
                      <a:pt x="1170" y="1190"/>
                    </a:lnTo>
                    <a:lnTo>
                      <a:pt x="2341" y="1190"/>
                    </a:lnTo>
                    <a:lnTo>
                      <a:pt x="2341" y="1776"/>
                    </a:lnTo>
                    <a:cubicBezTo>
                      <a:pt x="2341" y="2011"/>
                      <a:pt x="2484" y="2225"/>
                      <a:pt x="2704" y="2316"/>
                    </a:cubicBezTo>
                    <a:cubicBezTo>
                      <a:pt x="2776" y="2346"/>
                      <a:pt x="2852" y="2361"/>
                      <a:pt x="2928" y="2361"/>
                    </a:cubicBezTo>
                    <a:cubicBezTo>
                      <a:pt x="3080" y="2361"/>
                      <a:pt x="3229" y="2301"/>
                      <a:pt x="3341" y="2190"/>
                    </a:cubicBezTo>
                    <a:lnTo>
                      <a:pt x="3615" y="1916"/>
                    </a:lnTo>
                    <a:cubicBezTo>
                      <a:pt x="4086" y="1443"/>
                      <a:pt x="4813" y="1173"/>
                      <a:pt x="5559" y="1173"/>
                    </a:cubicBezTo>
                    <a:close/>
                    <a:moveTo>
                      <a:pt x="5553" y="0"/>
                    </a:moveTo>
                    <a:cubicBezTo>
                      <a:pt x="4823" y="0"/>
                      <a:pt x="4110" y="189"/>
                      <a:pt x="3509" y="536"/>
                    </a:cubicBezTo>
                    <a:cubicBezTo>
                      <a:pt x="3475" y="246"/>
                      <a:pt x="3227" y="19"/>
                      <a:pt x="2927" y="19"/>
                    </a:cubicBezTo>
                    <a:lnTo>
                      <a:pt x="586" y="19"/>
                    </a:lnTo>
                    <a:cubicBezTo>
                      <a:pt x="262" y="19"/>
                      <a:pt x="1" y="281"/>
                      <a:pt x="1" y="605"/>
                    </a:cubicBezTo>
                    <a:lnTo>
                      <a:pt x="1" y="9970"/>
                    </a:lnTo>
                    <a:cubicBezTo>
                      <a:pt x="1" y="10294"/>
                      <a:pt x="262" y="10556"/>
                      <a:pt x="586" y="10556"/>
                    </a:cubicBezTo>
                    <a:lnTo>
                      <a:pt x="2927" y="10556"/>
                    </a:lnTo>
                    <a:cubicBezTo>
                      <a:pt x="3250" y="10556"/>
                      <a:pt x="3512" y="10294"/>
                      <a:pt x="3512" y="9970"/>
                    </a:cubicBezTo>
                    <a:lnTo>
                      <a:pt x="3512" y="4702"/>
                    </a:lnTo>
                    <a:cubicBezTo>
                      <a:pt x="3512" y="4056"/>
                      <a:pt x="4038" y="3531"/>
                      <a:pt x="4683" y="3531"/>
                    </a:cubicBezTo>
                    <a:cubicBezTo>
                      <a:pt x="5329" y="3531"/>
                      <a:pt x="5854" y="4056"/>
                      <a:pt x="5854" y="4702"/>
                    </a:cubicBezTo>
                    <a:lnTo>
                      <a:pt x="5854" y="9970"/>
                    </a:lnTo>
                    <a:cubicBezTo>
                      <a:pt x="5854" y="10294"/>
                      <a:pt x="6116" y="10556"/>
                      <a:pt x="6440" y="10556"/>
                    </a:cubicBezTo>
                    <a:lnTo>
                      <a:pt x="8782" y="10556"/>
                    </a:lnTo>
                    <a:cubicBezTo>
                      <a:pt x="9104" y="10556"/>
                      <a:pt x="9368" y="10294"/>
                      <a:pt x="9368" y="9970"/>
                    </a:cubicBezTo>
                    <a:lnTo>
                      <a:pt x="9368" y="3669"/>
                    </a:lnTo>
                    <a:cubicBezTo>
                      <a:pt x="9368" y="1921"/>
                      <a:pt x="8131" y="364"/>
                      <a:pt x="6231" y="55"/>
                    </a:cubicBezTo>
                    <a:cubicBezTo>
                      <a:pt x="6005" y="18"/>
                      <a:pt x="5779" y="0"/>
                      <a:pt x="55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1" name="Google Shape;2171;p29"/>
              <p:cNvSpPr/>
              <p:nvPr/>
            </p:nvSpPr>
            <p:spPr>
              <a:xfrm>
                <a:off x="1323129" y="2571761"/>
                <a:ext cx="417024" cy="417024"/>
              </a:xfrm>
              <a:custGeom>
                <a:rect b="b" l="l" r="r" t="t"/>
                <a:pathLst>
                  <a:path extrusionOk="0" h="19982" w="19982">
                    <a:moveTo>
                      <a:pt x="17015" y="1170"/>
                    </a:moveTo>
                    <a:cubicBezTo>
                      <a:pt x="17989" y="1170"/>
                      <a:pt x="18810" y="1993"/>
                      <a:pt x="18810" y="2966"/>
                    </a:cubicBezTo>
                    <a:lnTo>
                      <a:pt x="18810" y="17015"/>
                    </a:lnTo>
                    <a:cubicBezTo>
                      <a:pt x="18810" y="17990"/>
                      <a:pt x="17989" y="18811"/>
                      <a:pt x="17015" y="18811"/>
                    </a:cubicBezTo>
                    <a:lnTo>
                      <a:pt x="2965" y="18811"/>
                    </a:lnTo>
                    <a:cubicBezTo>
                      <a:pt x="1992" y="18811"/>
                      <a:pt x="1170" y="17990"/>
                      <a:pt x="1170" y="17015"/>
                    </a:cubicBezTo>
                    <a:lnTo>
                      <a:pt x="1170" y="2966"/>
                    </a:lnTo>
                    <a:cubicBezTo>
                      <a:pt x="1170" y="1993"/>
                      <a:pt x="1992" y="1170"/>
                      <a:pt x="2965" y="1170"/>
                    </a:cubicBezTo>
                    <a:close/>
                    <a:moveTo>
                      <a:pt x="2965" y="1"/>
                    </a:moveTo>
                    <a:cubicBezTo>
                      <a:pt x="1347" y="1"/>
                      <a:pt x="0" y="1349"/>
                      <a:pt x="0" y="2966"/>
                    </a:cubicBezTo>
                    <a:lnTo>
                      <a:pt x="0" y="17015"/>
                    </a:lnTo>
                    <a:cubicBezTo>
                      <a:pt x="0" y="18635"/>
                      <a:pt x="1348" y="19982"/>
                      <a:pt x="2965" y="19982"/>
                    </a:cubicBezTo>
                    <a:lnTo>
                      <a:pt x="17017" y="19982"/>
                    </a:lnTo>
                    <a:cubicBezTo>
                      <a:pt x="18635" y="19982"/>
                      <a:pt x="19981" y="18634"/>
                      <a:pt x="19981" y="17015"/>
                    </a:cubicBezTo>
                    <a:lnTo>
                      <a:pt x="19981" y="2966"/>
                    </a:lnTo>
                    <a:cubicBezTo>
                      <a:pt x="19981" y="1347"/>
                      <a:pt x="18633" y="1"/>
                      <a:pt x="170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72" name="Google Shape;2172;p29"/>
            <p:cNvSpPr/>
            <p:nvPr/>
          </p:nvSpPr>
          <p:spPr>
            <a:xfrm>
              <a:off x="5074766" y="3214044"/>
              <a:ext cx="340022" cy="277263"/>
            </a:xfrm>
            <a:custGeom>
              <a:rect b="b" l="l" r="r" t="t"/>
              <a:pathLst>
                <a:path extrusionOk="0" h="16377" w="20081">
                  <a:moveTo>
                    <a:pt x="13632" y="1165"/>
                  </a:moveTo>
                  <a:cubicBezTo>
                    <a:pt x="14903" y="1165"/>
                    <a:pt x="15458" y="1658"/>
                    <a:pt x="15826" y="1984"/>
                  </a:cubicBezTo>
                  <a:cubicBezTo>
                    <a:pt x="16040" y="2173"/>
                    <a:pt x="16244" y="2353"/>
                    <a:pt x="16548" y="2353"/>
                  </a:cubicBezTo>
                  <a:cubicBezTo>
                    <a:pt x="16762" y="2353"/>
                    <a:pt x="17038" y="2293"/>
                    <a:pt x="17344" y="2196"/>
                  </a:cubicBezTo>
                  <a:lnTo>
                    <a:pt x="17344" y="2196"/>
                  </a:lnTo>
                  <a:cubicBezTo>
                    <a:pt x="17236" y="2288"/>
                    <a:pt x="17119" y="2376"/>
                    <a:pt x="16995" y="2461"/>
                  </a:cubicBezTo>
                  <a:cubicBezTo>
                    <a:pt x="16780" y="2612"/>
                    <a:pt x="16689" y="2889"/>
                    <a:pt x="16778" y="3137"/>
                  </a:cubicBezTo>
                  <a:cubicBezTo>
                    <a:pt x="16861" y="3373"/>
                    <a:pt x="17082" y="3528"/>
                    <a:pt x="17329" y="3528"/>
                  </a:cubicBezTo>
                  <a:cubicBezTo>
                    <a:pt x="17343" y="3528"/>
                    <a:pt x="17358" y="3527"/>
                    <a:pt x="17372" y="3526"/>
                  </a:cubicBezTo>
                  <a:cubicBezTo>
                    <a:pt x="17475" y="3519"/>
                    <a:pt x="17576" y="3508"/>
                    <a:pt x="17680" y="3494"/>
                  </a:cubicBezTo>
                  <a:lnTo>
                    <a:pt x="17680" y="3494"/>
                  </a:lnTo>
                  <a:cubicBezTo>
                    <a:pt x="17275" y="3802"/>
                    <a:pt x="16921" y="3990"/>
                    <a:pt x="16937" y="4786"/>
                  </a:cubicBezTo>
                  <a:cubicBezTo>
                    <a:pt x="16937" y="4826"/>
                    <a:pt x="16939" y="4881"/>
                    <a:pt x="16939" y="4971"/>
                  </a:cubicBezTo>
                  <a:cubicBezTo>
                    <a:pt x="16939" y="6510"/>
                    <a:pt x="16350" y="9097"/>
                    <a:pt x="14694" y="11320"/>
                  </a:cubicBezTo>
                  <a:cubicBezTo>
                    <a:pt x="13372" y="13093"/>
                    <a:pt x="10896" y="15207"/>
                    <a:pt x="6611" y="15207"/>
                  </a:cubicBezTo>
                  <a:cubicBezTo>
                    <a:pt x="5368" y="15207"/>
                    <a:pt x="4159" y="14996"/>
                    <a:pt x="3001" y="14582"/>
                  </a:cubicBezTo>
                  <a:cubicBezTo>
                    <a:pt x="4359" y="14345"/>
                    <a:pt x="5612" y="13799"/>
                    <a:pt x="6698" y="12960"/>
                  </a:cubicBezTo>
                  <a:cubicBezTo>
                    <a:pt x="6893" y="12812"/>
                    <a:pt x="6972" y="12557"/>
                    <a:pt x="6900" y="12323"/>
                  </a:cubicBezTo>
                  <a:cubicBezTo>
                    <a:pt x="6827" y="12090"/>
                    <a:pt x="6617" y="11925"/>
                    <a:pt x="6372" y="11913"/>
                  </a:cubicBezTo>
                  <a:cubicBezTo>
                    <a:pt x="5203" y="11849"/>
                    <a:pt x="4280" y="11209"/>
                    <a:pt x="3767" y="10448"/>
                  </a:cubicBezTo>
                  <a:cubicBezTo>
                    <a:pt x="3968" y="10434"/>
                    <a:pt x="4207" y="10404"/>
                    <a:pt x="4564" y="10340"/>
                  </a:cubicBezTo>
                  <a:cubicBezTo>
                    <a:pt x="4832" y="10294"/>
                    <a:pt x="5030" y="10071"/>
                    <a:pt x="5047" y="9801"/>
                  </a:cubicBezTo>
                  <a:cubicBezTo>
                    <a:pt x="5065" y="9532"/>
                    <a:pt x="4895" y="9286"/>
                    <a:pt x="4637" y="9205"/>
                  </a:cubicBezTo>
                  <a:cubicBezTo>
                    <a:pt x="3296" y="8787"/>
                    <a:pt x="2498" y="8025"/>
                    <a:pt x="2180" y="6838"/>
                  </a:cubicBezTo>
                  <a:lnTo>
                    <a:pt x="2180" y="6838"/>
                  </a:lnTo>
                  <a:cubicBezTo>
                    <a:pt x="2390" y="6891"/>
                    <a:pt x="2642" y="6933"/>
                    <a:pt x="3057" y="6986"/>
                  </a:cubicBezTo>
                  <a:cubicBezTo>
                    <a:pt x="3081" y="6989"/>
                    <a:pt x="3105" y="6991"/>
                    <a:pt x="3129" y="6991"/>
                  </a:cubicBezTo>
                  <a:cubicBezTo>
                    <a:pt x="3359" y="6991"/>
                    <a:pt x="3571" y="6854"/>
                    <a:pt x="3666" y="6640"/>
                  </a:cubicBezTo>
                  <a:cubicBezTo>
                    <a:pt x="3770" y="6403"/>
                    <a:pt x="3707" y="6125"/>
                    <a:pt x="3508" y="5957"/>
                  </a:cubicBezTo>
                  <a:cubicBezTo>
                    <a:pt x="2014" y="4697"/>
                    <a:pt x="1936" y="3409"/>
                    <a:pt x="2210" y="2373"/>
                  </a:cubicBezTo>
                  <a:lnTo>
                    <a:pt x="2210" y="2373"/>
                  </a:lnTo>
                  <a:cubicBezTo>
                    <a:pt x="4267" y="4464"/>
                    <a:pt x="6801" y="5670"/>
                    <a:pt x="9880" y="5882"/>
                  </a:cubicBezTo>
                  <a:cubicBezTo>
                    <a:pt x="9894" y="5883"/>
                    <a:pt x="9908" y="5884"/>
                    <a:pt x="9921" y="5884"/>
                  </a:cubicBezTo>
                  <a:cubicBezTo>
                    <a:pt x="10265" y="5884"/>
                    <a:pt x="10539" y="5586"/>
                    <a:pt x="10503" y="5239"/>
                  </a:cubicBezTo>
                  <a:cubicBezTo>
                    <a:pt x="10372" y="3940"/>
                    <a:pt x="10634" y="2919"/>
                    <a:pt x="11281" y="2203"/>
                  </a:cubicBezTo>
                  <a:cubicBezTo>
                    <a:pt x="11975" y="1437"/>
                    <a:pt x="12981" y="1165"/>
                    <a:pt x="13632" y="1165"/>
                  </a:cubicBezTo>
                  <a:close/>
                  <a:moveTo>
                    <a:pt x="13631" y="1"/>
                  </a:moveTo>
                  <a:cubicBezTo>
                    <a:pt x="12698" y="1"/>
                    <a:pt x="11363" y="368"/>
                    <a:pt x="10413" y="1418"/>
                  </a:cubicBezTo>
                  <a:cubicBezTo>
                    <a:pt x="9665" y="2245"/>
                    <a:pt x="9291" y="3332"/>
                    <a:pt x="9300" y="4649"/>
                  </a:cubicBezTo>
                  <a:cubicBezTo>
                    <a:pt x="6556" y="4315"/>
                    <a:pt x="4306" y="3079"/>
                    <a:pt x="2438" y="887"/>
                  </a:cubicBezTo>
                  <a:cubicBezTo>
                    <a:pt x="2327" y="756"/>
                    <a:pt x="2163" y="681"/>
                    <a:pt x="1993" y="681"/>
                  </a:cubicBezTo>
                  <a:cubicBezTo>
                    <a:pt x="1966" y="681"/>
                    <a:pt x="1938" y="683"/>
                    <a:pt x="1911" y="687"/>
                  </a:cubicBezTo>
                  <a:cubicBezTo>
                    <a:pt x="1713" y="715"/>
                    <a:pt x="1541" y="843"/>
                    <a:pt x="1460" y="1025"/>
                  </a:cubicBezTo>
                  <a:cubicBezTo>
                    <a:pt x="1207" y="1582"/>
                    <a:pt x="876" y="2444"/>
                    <a:pt x="922" y="3466"/>
                  </a:cubicBezTo>
                  <a:cubicBezTo>
                    <a:pt x="952" y="4138"/>
                    <a:pt x="1138" y="4773"/>
                    <a:pt x="1479" y="5368"/>
                  </a:cubicBezTo>
                  <a:cubicBezTo>
                    <a:pt x="1469" y="5367"/>
                    <a:pt x="1459" y="5367"/>
                    <a:pt x="1449" y="5367"/>
                  </a:cubicBezTo>
                  <a:cubicBezTo>
                    <a:pt x="1114" y="5367"/>
                    <a:pt x="843" y="5650"/>
                    <a:pt x="865" y="5990"/>
                  </a:cubicBezTo>
                  <a:cubicBezTo>
                    <a:pt x="963" y="7455"/>
                    <a:pt x="1501" y="8589"/>
                    <a:pt x="2470" y="9380"/>
                  </a:cubicBezTo>
                  <a:cubicBezTo>
                    <a:pt x="2284" y="9528"/>
                    <a:pt x="2208" y="9773"/>
                    <a:pt x="2274" y="9999"/>
                  </a:cubicBezTo>
                  <a:cubicBezTo>
                    <a:pt x="2578" y="11057"/>
                    <a:pt x="3469" y="12207"/>
                    <a:pt x="4833" y="12757"/>
                  </a:cubicBezTo>
                  <a:cubicBezTo>
                    <a:pt x="3802" y="13279"/>
                    <a:pt x="2644" y="13546"/>
                    <a:pt x="1412" y="13546"/>
                  </a:cubicBezTo>
                  <a:cubicBezTo>
                    <a:pt x="1173" y="13546"/>
                    <a:pt x="932" y="13536"/>
                    <a:pt x="689" y="13516"/>
                  </a:cubicBezTo>
                  <a:cubicBezTo>
                    <a:pt x="673" y="13515"/>
                    <a:pt x="658" y="13514"/>
                    <a:pt x="642" y="13514"/>
                  </a:cubicBezTo>
                  <a:cubicBezTo>
                    <a:pt x="390" y="13514"/>
                    <a:pt x="164" y="13676"/>
                    <a:pt x="84" y="13919"/>
                  </a:cubicBezTo>
                  <a:cubicBezTo>
                    <a:pt x="0" y="14177"/>
                    <a:pt x="105" y="14460"/>
                    <a:pt x="338" y="14600"/>
                  </a:cubicBezTo>
                  <a:cubicBezTo>
                    <a:pt x="2284" y="15778"/>
                    <a:pt x="4395" y="16376"/>
                    <a:pt x="6611" y="16376"/>
                  </a:cubicBezTo>
                  <a:cubicBezTo>
                    <a:pt x="11382" y="16376"/>
                    <a:pt x="14151" y="14008"/>
                    <a:pt x="15631" y="12019"/>
                  </a:cubicBezTo>
                  <a:cubicBezTo>
                    <a:pt x="17461" y="9567"/>
                    <a:pt x="18108" y="6689"/>
                    <a:pt x="18108" y="4971"/>
                  </a:cubicBezTo>
                  <a:cubicBezTo>
                    <a:pt x="18108" y="4747"/>
                    <a:pt x="18103" y="4701"/>
                    <a:pt x="18110" y="4637"/>
                  </a:cubicBezTo>
                  <a:cubicBezTo>
                    <a:pt x="18336" y="4435"/>
                    <a:pt x="18964" y="4133"/>
                    <a:pt x="19935" y="2718"/>
                  </a:cubicBezTo>
                  <a:cubicBezTo>
                    <a:pt x="20080" y="2505"/>
                    <a:pt x="20070" y="2221"/>
                    <a:pt x="19909" y="2019"/>
                  </a:cubicBezTo>
                  <a:cubicBezTo>
                    <a:pt x="19795" y="1879"/>
                    <a:pt x="19625" y="1801"/>
                    <a:pt x="19451" y="1801"/>
                  </a:cubicBezTo>
                  <a:cubicBezTo>
                    <a:pt x="19377" y="1801"/>
                    <a:pt x="19303" y="1815"/>
                    <a:pt x="19231" y="1844"/>
                  </a:cubicBezTo>
                  <a:cubicBezTo>
                    <a:pt x="19194" y="1860"/>
                    <a:pt x="19155" y="1874"/>
                    <a:pt x="19118" y="1890"/>
                  </a:cubicBezTo>
                  <a:cubicBezTo>
                    <a:pt x="19269" y="1630"/>
                    <a:pt x="19392" y="1356"/>
                    <a:pt x="19490" y="1062"/>
                  </a:cubicBezTo>
                  <a:cubicBezTo>
                    <a:pt x="19564" y="841"/>
                    <a:pt x="19498" y="598"/>
                    <a:pt x="19327" y="443"/>
                  </a:cubicBezTo>
                  <a:cubicBezTo>
                    <a:pt x="19217" y="344"/>
                    <a:pt x="19076" y="292"/>
                    <a:pt x="18934" y="292"/>
                  </a:cubicBezTo>
                  <a:cubicBezTo>
                    <a:pt x="18853" y="292"/>
                    <a:pt x="18771" y="309"/>
                    <a:pt x="18694" y="344"/>
                  </a:cubicBezTo>
                  <a:cubicBezTo>
                    <a:pt x="18690" y="345"/>
                    <a:pt x="18676" y="351"/>
                    <a:pt x="18651" y="363"/>
                  </a:cubicBezTo>
                  <a:cubicBezTo>
                    <a:pt x="17724" y="830"/>
                    <a:pt x="16999" y="1103"/>
                    <a:pt x="16670" y="1166"/>
                  </a:cubicBezTo>
                  <a:cubicBezTo>
                    <a:pt x="16647" y="1147"/>
                    <a:pt x="16624" y="1126"/>
                    <a:pt x="16603" y="1106"/>
                  </a:cubicBezTo>
                  <a:cubicBezTo>
                    <a:pt x="16194" y="745"/>
                    <a:pt x="15347" y="1"/>
                    <a:pt x="136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